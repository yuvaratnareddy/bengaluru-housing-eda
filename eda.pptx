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8" autoAdjust="0"/>
    <p:restoredTop sz="94660"/>
  </p:normalViewPr>
  <p:slideViewPr>
    <p:cSldViewPr snapToGrid="0">
      <p:cViewPr>
        <p:scale>
          <a:sx n="75" d="100"/>
          <a:sy n="75" d="100"/>
        </p:scale>
        <p:origin x="749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uttoor Yuvaratna Reddy" userId="5b861dd5df42f784" providerId="LiveId" clId="{245364DC-35DD-44B3-9AE0-16F0F2E0069A}"/>
    <pc:docChg chg="undo custSel modSld">
      <pc:chgData name="Puttoor Yuvaratna Reddy" userId="5b861dd5df42f784" providerId="LiveId" clId="{245364DC-35DD-44B3-9AE0-16F0F2E0069A}" dt="2026-02-19T14:01:50.283" v="321" actId="20577"/>
      <pc:docMkLst>
        <pc:docMk/>
      </pc:docMkLst>
      <pc:sldChg chg="modSp mod">
        <pc:chgData name="Puttoor Yuvaratna Reddy" userId="5b861dd5df42f784" providerId="LiveId" clId="{245364DC-35DD-44B3-9AE0-16F0F2E0069A}" dt="2026-02-19T01:31:10.448" v="4" actId="20577"/>
        <pc:sldMkLst>
          <pc:docMk/>
          <pc:sldMk cId="3487233118" sldId="256"/>
        </pc:sldMkLst>
        <pc:spChg chg="mod">
          <ac:chgData name="Puttoor Yuvaratna Reddy" userId="5b861dd5df42f784" providerId="LiveId" clId="{245364DC-35DD-44B3-9AE0-16F0F2E0069A}" dt="2026-02-19T01:31:10.448" v="4" actId="20577"/>
          <ac:spMkLst>
            <pc:docMk/>
            <pc:sldMk cId="3487233118" sldId="256"/>
            <ac:spMk id="2" creationId="{D253B3D5-CC18-661B-DE3D-2F264A84C620}"/>
          </ac:spMkLst>
        </pc:spChg>
      </pc:sldChg>
      <pc:sldChg chg="addSp delSp modSp mod setBg">
        <pc:chgData name="Puttoor Yuvaratna Reddy" userId="5b861dd5df42f784" providerId="LiveId" clId="{245364DC-35DD-44B3-9AE0-16F0F2E0069A}" dt="2026-02-19T01:31:49.777" v="9" actId="26606"/>
        <pc:sldMkLst>
          <pc:docMk/>
          <pc:sldMk cId="649552588" sldId="257"/>
        </pc:sldMkLst>
        <pc:spChg chg="mod">
          <ac:chgData name="Puttoor Yuvaratna Reddy" userId="5b861dd5df42f784" providerId="LiveId" clId="{245364DC-35DD-44B3-9AE0-16F0F2E0069A}" dt="2026-02-19T01:31:49.742" v="8" actId="26606"/>
          <ac:spMkLst>
            <pc:docMk/>
            <pc:sldMk cId="649552588" sldId="257"/>
            <ac:spMk id="2" creationId="{D39D60B7-9415-3D15-79CE-F0B70521937D}"/>
          </ac:spMkLst>
        </pc:spChg>
        <pc:spChg chg="add del mod">
          <ac:chgData name="Puttoor Yuvaratna Reddy" userId="5b861dd5df42f784" providerId="LiveId" clId="{245364DC-35DD-44B3-9AE0-16F0F2E0069A}" dt="2026-02-19T01:31:49.777" v="9" actId="26606"/>
          <ac:spMkLst>
            <pc:docMk/>
            <pc:sldMk cId="649552588" sldId="257"/>
            <ac:spMk id="8" creationId="{5249D29D-86F5-8151-970B-79AA3CBDE0D3}"/>
          </ac:spMkLst>
        </pc:spChg>
        <pc:spChg chg="add del">
          <ac:chgData name="Puttoor Yuvaratna Reddy" userId="5b861dd5df42f784" providerId="LiveId" clId="{245364DC-35DD-44B3-9AE0-16F0F2E0069A}" dt="2026-02-19T01:31:49.742" v="8" actId="26606"/>
          <ac:spMkLst>
            <pc:docMk/>
            <pc:sldMk cId="649552588" sldId="257"/>
            <ac:spMk id="14" creationId="{431807EA-F70D-41DE-A07B-209FD591815E}"/>
          </ac:spMkLst>
        </pc:spChg>
        <pc:graphicFrameChg chg="del">
          <ac:chgData name="Puttoor Yuvaratna Reddy" userId="5b861dd5df42f784" providerId="LiveId" clId="{245364DC-35DD-44B3-9AE0-16F0F2E0069A}" dt="2026-02-19T01:31:35.184" v="5" actId="478"/>
          <ac:graphicFrameMkLst>
            <pc:docMk/>
            <pc:sldMk cId="649552588" sldId="257"/>
            <ac:graphicFrameMk id="5" creationId="{D766BE93-32A1-CF7D-5BA6-08079F81BC56}"/>
          </ac:graphicFrameMkLst>
        </pc:graphicFrameChg>
        <pc:graphicFrameChg chg="add del">
          <ac:chgData name="Puttoor Yuvaratna Reddy" userId="5b861dd5df42f784" providerId="LiveId" clId="{245364DC-35DD-44B3-9AE0-16F0F2E0069A}" dt="2026-02-19T01:31:49.742" v="8" actId="26606"/>
          <ac:graphicFrameMkLst>
            <pc:docMk/>
            <pc:sldMk cId="649552588" sldId="257"/>
            <ac:graphicFrameMk id="10" creationId="{C1D59EAD-5F5D-4E49-FC48-8E298D2BBB74}"/>
          </ac:graphicFrameMkLst>
        </pc:graphicFrameChg>
        <pc:graphicFrameChg chg="add">
          <ac:chgData name="Puttoor Yuvaratna Reddy" userId="5b861dd5df42f784" providerId="LiveId" clId="{245364DC-35DD-44B3-9AE0-16F0F2E0069A}" dt="2026-02-19T01:31:49.777" v="9" actId="26606"/>
          <ac:graphicFrameMkLst>
            <pc:docMk/>
            <pc:sldMk cId="649552588" sldId="257"/>
            <ac:graphicFrameMk id="10" creationId="{E0CACEE9-B20F-63FF-7553-9AE0E0E05408}"/>
          </ac:graphicFrameMkLst>
        </pc:graphicFrameChg>
        <pc:cxnChg chg="add del">
          <ac:chgData name="Puttoor Yuvaratna Reddy" userId="5b861dd5df42f784" providerId="LiveId" clId="{245364DC-35DD-44B3-9AE0-16F0F2E0069A}" dt="2026-02-19T01:31:49.742" v="8" actId="26606"/>
          <ac:cxnSpMkLst>
            <pc:docMk/>
            <pc:sldMk cId="649552588" sldId="257"/>
            <ac:cxnSpMk id="16" creationId="{D6D3BDB7-6E9F-439D-9E83-9D7F1971D57D}"/>
          </ac:cxnSpMkLst>
        </pc:cxnChg>
      </pc:sldChg>
      <pc:sldChg chg="modSp mod">
        <pc:chgData name="Puttoor Yuvaratna Reddy" userId="5b861dd5df42f784" providerId="LiveId" clId="{245364DC-35DD-44B3-9AE0-16F0F2E0069A}" dt="2026-02-19T01:32:29.251" v="13" actId="20577"/>
        <pc:sldMkLst>
          <pc:docMk/>
          <pc:sldMk cId="3856174663" sldId="259"/>
        </pc:sldMkLst>
        <pc:spChg chg="mod">
          <ac:chgData name="Puttoor Yuvaratna Reddy" userId="5b861dd5df42f784" providerId="LiveId" clId="{245364DC-35DD-44B3-9AE0-16F0F2E0069A}" dt="2026-02-19T01:32:29.251" v="13" actId="20577"/>
          <ac:spMkLst>
            <pc:docMk/>
            <pc:sldMk cId="3856174663" sldId="259"/>
            <ac:spMk id="3" creationId="{F7DAE819-923C-3F58-E569-869E64B55E81}"/>
          </ac:spMkLst>
        </pc:spChg>
      </pc:sldChg>
      <pc:sldChg chg="addSp delSp modSp mod">
        <pc:chgData name="Puttoor Yuvaratna Reddy" userId="5b861dd5df42f784" providerId="LiveId" clId="{245364DC-35DD-44B3-9AE0-16F0F2E0069A}" dt="2026-02-19T01:36:07.279" v="85"/>
        <pc:sldMkLst>
          <pc:docMk/>
          <pc:sldMk cId="3297239624" sldId="260"/>
        </pc:sldMkLst>
        <pc:spChg chg="add del mod">
          <ac:chgData name="Puttoor Yuvaratna Reddy" userId="5b861dd5df42f784" providerId="LiveId" clId="{245364DC-35DD-44B3-9AE0-16F0F2E0069A}" dt="2026-02-19T01:35:10.525" v="75" actId="478"/>
          <ac:spMkLst>
            <pc:docMk/>
            <pc:sldMk cId="3297239624" sldId="260"/>
            <ac:spMk id="4" creationId="{1F5175D3-29D2-3E2A-73D9-A190A32A6EA1}"/>
          </ac:spMkLst>
        </pc:spChg>
        <pc:spChg chg="add del mod">
          <ac:chgData name="Puttoor Yuvaratna Reddy" userId="5b861dd5df42f784" providerId="LiveId" clId="{245364DC-35DD-44B3-9AE0-16F0F2E0069A}" dt="2026-02-19T01:35:23.646" v="77" actId="478"/>
          <ac:spMkLst>
            <pc:docMk/>
            <pc:sldMk cId="3297239624" sldId="260"/>
            <ac:spMk id="6" creationId="{2E504A3B-8222-9B0E-26C3-C681502A2164}"/>
          </ac:spMkLst>
        </pc:spChg>
        <pc:spChg chg="add del mod">
          <ac:chgData name="Puttoor Yuvaratna Reddy" userId="5b861dd5df42f784" providerId="LiveId" clId="{245364DC-35DD-44B3-9AE0-16F0F2E0069A}" dt="2026-02-19T01:35:51.686" v="83" actId="478"/>
          <ac:spMkLst>
            <pc:docMk/>
            <pc:sldMk cId="3297239624" sldId="260"/>
            <ac:spMk id="7" creationId="{64AF839E-9EB3-446C-09A0-A7A954CE31AD}"/>
          </ac:spMkLst>
        </pc:spChg>
        <pc:spChg chg="add mod">
          <ac:chgData name="Puttoor Yuvaratna Reddy" userId="5b861dd5df42f784" providerId="LiveId" clId="{245364DC-35DD-44B3-9AE0-16F0F2E0069A}" dt="2026-02-19T01:36:07.279" v="85"/>
          <ac:spMkLst>
            <pc:docMk/>
            <pc:sldMk cId="3297239624" sldId="260"/>
            <ac:spMk id="8" creationId="{01ADE08A-B5F0-5B0A-28D6-A1F146B60152}"/>
          </ac:spMkLst>
        </pc:spChg>
        <pc:graphicFrameChg chg="mod">
          <ac:chgData name="Puttoor Yuvaratna Reddy" userId="5b861dd5df42f784" providerId="LiveId" clId="{245364DC-35DD-44B3-9AE0-16F0F2E0069A}" dt="2026-02-19T01:34:54.214" v="73" actId="14100"/>
          <ac:graphicFrameMkLst>
            <pc:docMk/>
            <pc:sldMk cId="3297239624" sldId="260"/>
            <ac:graphicFrameMk id="5" creationId="{0656D1EE-BB48-E690-066B-50D843622B4D}"/>
          </ac:graphicFrameMkLst>
        </pc:graphicFrameChg>
      </pc:sldChg>
      <pc:sldChg chg="addSp delSp modSp mod">
        <pc:chgData name="Puttoor Yuvaratna Reddy" userId="5b861dd5df42f784" providerId="LiveId" clId="{245364DC-35DD-44B3-9AE0-16F0F2E0069A}" dt="2026-02-19T01:33:21.627" v="22" actId="20577"/>
        <pc:sldMkLst>
          <pc:docMk/>
          <pc:sldMk cId="254302232" sldId="261"/>
        </pc:sldMkLst>
        <pc:spChg chg="mod">
          <ac:chgData name="Puttoor Yuvaratna Reddy" userId="5b861dd5df42f784" providerId="LiveId" clId="{245364DC-35DD-44B3-9AE0-16F0F2E0069A}" dt="2026-02-19T01:33:21.627" v="22" actId="20577"/>
          <ac:spMkLst>
            <pc:docMk/>
            <pc:sldMk cId="254302232" sldId="261"/>
            <ac:spMk id="2" creationId="{656A01A1-DE31-A52B-D487-DC6106D83138}"/>
          </ac:spMkLst>
        </pc:spChg>
        <pc:spChg chg="mod">
          <ac:chgData name="Puttoor Yuvaratna Reddy" userId="5b861dd5df42f784" providerId="LiveId" clId="{245364DC-35DD-44B3-9AE0-16F0F2E0069A}" dt="2026-02-19T01:33:08.384" v="16" actId="26606"/>
          <ac:spMkLst>
            <pc:docMk/>
            <pc:sldMk cId="254302232" sldId="261"/>
            <ac:spMk id="6" creationId="{84FA0C8E-5E0E-99EA-02B5-2A1858B7DD13}"/>
          </ac:spMkLst>
        </pc:spChg>
        <pc:spChg chg="add del">
          <ac:chgData name="Puttoor Yuvaratna Reddy" userId="5b861dd5df42f784" providerId="LiveId" clId="{245364DC-35DD-44B3-9AE0-16F0F2E0069A}" dt="2026-02-19T01:33:08.384" v="16" actId="26606"/>
          <ac:spMkLst>
            <pc:docMk/>
            <pc:sldMk cId="254302232" sldId="261"/>
            <ac:spMk id="32" creationId="{A3B168A7-66FE-4359-9866-CBB841A729E6}"/>
          </ac:spMkLst>
        </pc:spChg>
        <pc:spChg chg="add del">
          <ac:chgData name="Puttoor Yuvaratna Reddy" userId="5b861dd5df42f784" providerId="LiveId" clId="{245364DC-35DD-44B3-9AE0-16F0F2E0069A}" dt="2026-02-19T01:33:08.384" v="16" actId="26606"/>
          <ac:spMkLst>
            <pc:docMk/>
            <pc:sldMk cId="254302232" sldId="261"/>
            <ac:spMk id="39" creationId="{561B1731-39D9-4145-8343-C209E1F09BC7}"/>
          </ac:spMkLst>
        </pc:spChg>
        <pc:picChg chg="mod">
          <ac:chgData name="Puttoor Yuvaratna Reddy" userId="5b861dd5df42f784" providerId="LiveId" clId="{245364DC-35DD-44B3-9AE0-16F0F2E0069A}" dt="2026-02-19T01:33:08.384" v="16" actId="26606"/>
          <ac:picMkLst>
            <pc:docMk/>
            <pc:sldMk cId="254302232" sldId="261"/>
            <ac:picMk id="10" creationId="{7D84547D-F356-2F9E-05E5-D7C0A27E5383}"/>
          </ac:picMkLst>
        </pc:picChg>
        <pc:cxnChg chg="add del">
          <ac:chgData name="Puttoor Yuvaratna Reddy" userId="5b861dd5df42f784" providerId="LiveId" clId="{245364DC-35DD-44B3-9AE0-16F0F2E0069A}" dt="2026-02-19T01:33:08.384" v="16" actId="26606"/>
          <ac:cxnSpMkLst>
            <pc:docMk/>
            <pc:sldMk cId="254302232" sldId="261"/>
            <ac:cxnSpMk id="34" creationId="{F0748755-DDBC-46D0-91EC-1212A8EE2B40}"/>
          </ac:cxnSpMkLst>
        </pc:cxnChg>
        <pc:cxnChg chg="add del">
          <ac:chgData name="Puttoor Yuvaratna Reddy" userId="5b861dd5df42f784" providerId="LiveId" clId="{245364DC-35DD-44B3-9AE0-16F0F2E0069A}" dt="2026-02-19T01:33:08.384" v="16" actId="26606"/>
          <ac:cxnSpMkLst>
            <pc:docMk/>
            <pc:sldMk cId="254302232" sldId="261"/>
            <ac:cxnSpMk id="41" creationId="{F0748755-DDBC-46D0-91EC-1212A8EE2B40}"/>
          </ac:cxnSpMkLst>
        </pc:cxnChg>
      </pc:sldChg>
      <pc:sldChg chg="addSp delSp modSp mod">
        <pc:chgData name="Puttoor Yuvaratna Reddy" userId="5b861dd5df42f784" providerId="LiveId" clId="{245364DC-35DD-44B3-9AE0-16F0F2E0069A}" dt="2026-02-19T01:51:45.277" v="144" actId="14100"/>
        <pc:sldMkLst>
          <pc:docMk/>
          <pc:sldMk cId="8194681" sldId="262"/>
        </pc:sldMkLst>
        <pc:spChg chg="mod">
          <ac:chgData name="Puttoor Yuvaratna Reddy" userId="5b861dd5df42f784" providerId="LiveId" clId="{245364DC-35DD-44B3-9AE0-16F0F2E0069A}" dt="2026-02-19T01:51:13.690" v="135" actId="26606"/>
          <ac:spMkLst>
            <pc:docMk/>
            <pc:sldMk cId="8194681" sldId="262"/>
            <ac:spMk id="2" creationId="{9968700F-63AD-6703-67A9-58A822EAE211}"/>
          </ac:spMkLst>
        </pc:spChg>
        <pc:spChg chg="del">
          <ac:chgData name="Puttoor Yuvaratna Reddy" userId="5b861dd5df42f784" providerId="LiveId" clId="{245364DC-35DD-44B3-9AE0-16F0F2E0069A}" dt="2026-02-19T01:50:05.745" v="124" actId="26606"/>
          <ac:spMkLst>
            <pc:docMk/>
            <pc:sldMk cId="8194681" sldId="262"/>
            <ac:spMk id="9" creationId="{F030C3CB-B124-DA09-6DFE-D28F45CC2674}"/>
          </ac:spMkLst>
        </pc:spChg>
        <pc:spChg chg="add mod">
          <ac:chgData name="Puttoor Yuvaratna Reddy" userId="5b861dd5df42f784" providerId="LiveId" clId="{245364DC-35DD-44B3-9AE0-16F0F2E0069A}" dt="2026-02-19T01:50:05.745" v="124" actId="26606"/>
          <ac:spMkLst>
            <pc:docMk/>
            <pc:sldMk cId="8194681" sldId="262"/>
            <ac:spMk id="13" creationId="{71ED1CFD-B27D-910A-A998-F0C685FEEF8D}"/>
          </ac:spMkLst>
        </pc:spChg>
        <pc:spChg chg="del">
          <ac:chgData name="Puttoor Yuvaratna Reddy" userId="5b861dd5df42f784" providerId="LiveId" clId="{245364DC-35DD-44B3-9AE0-16F0F2E0069A}" dt="2026-02-19T01:50:05.745" v="124" actId="26606"/>
          <ac:spMkLst>
            <pc:docMk/>
            <pc:sldMk cId="8194681" sldId="262"/>
            <ac:spMk id="14" creationId="{A3B168A7-66FE-4359-9866-CBB841A729E6}"/>
          </ac:spMkLst>
        </pc:spChg>
        <pc:spChg chg="add del">
          <ac:chgData name="Puttoor Yuvaratna Reddy" userId="5b861dd5df42f784" providerId="LiveId" clId="{245364DC-35DD-44B3-9AE0-16F0F2E0069A}" dt="2026-02-19T01:51:13.690" v="135" actId="26606"/>
          <ac:spMkLst>
            <pc:docMk/>
            <pc:sldMk cId="8194681" sldId="262"/>
            <ac:spMk id="22" creationId="{A3B168A7-66FE-4359-9866-CBB841A729E6}"/>
          </ac:spMkLst>
        </pc:spChg>
        <pc:spChg chg="add del">
          <ac:chgData name="Puttoor Yuvaratna Reddy" userId="5b861dd5df42f784" providerId="LiveId" clId="{245364DC-35DD-44B3-9AE0-16F0F2E0069A}" dt="2026-02-19T01:51:22.019" v="139" actId="26606"/>
          <ac:spMkLst>
            <pc:docMk/>
            <pc:sldMk cId="8194681" sldId="262"/>
            <ac:spMk id="34" creationId="{A3B168A7-66FE-4359-9866-CBB841A729E6}"/>
          </ac:spMkLst>
        </pc:spChg>
        <pc:spChg chg="add">
          <ac:chgData name="Puttoor Yuvaratna Reddy" userId="5b861dd5df42f784" providerId="LiveId" clId="{245364DC-35DD-44B3-9AE0-16F0F2E0069A}" dt="2026-02-19T01:51:22.019" v="139" actId="26606"/>
          <ac:spMkLst>
            <pc:docMk/>
            <pc:sldMk cId="8194681" sldId="262"/>
            <ac:spMk id="41" creationId="{A3B168A7-66FE-4359-9866-CBB841A729E6}"/>
          </ac:spMkLst>
        </pc:spChg>
        <pc:picChg chg="del">
          <ac:chgData name="Puttoor Yuvaratna Reddy" userId="5b861dd5df42f784" providerId="LiveId" clId="{245364DC-35DD-44B3-9AE0-16F0F2E0069A}" dt="2026-02-19T01:49:52.271" v="117" actId="478"/>
          <ac:picMkLst>
            <pc:docMk/>
            <pc:sldMk cId="8194681" sldId="262"/>
            <ac:picMk id="5" creationId="{03DCDA66-82C7-33D5-2301-535F6DE360D8}"/>
          </ac:picMkLst>
        </pc:picChg>
        <pc:picChg chg="add del mod">
          <ac:chgData name="Puttoor Yuvaratna Reddy" userId="5b861dd5df42f784" providerId="LiveId" clId="{245364DC-35DD-44B3-9AE0-16F0F2E0069A}" dt="2026-02-19T01:50:24.080" v="126" actId="478"/>
          <ac:picMkLst>
            <pc:docMk/>
            <pc:sldMk cId="8194681" sldId="262"/>
            <ac:picMk id="17" creationId="{C3C29A5F-11FA-4091-6EE6-7A86F9264945}"/>
          </ac:picMkLst>
        </pc:picChg>
        <pc:picChg chg="add del">
          <ac:chgData name="Puttoor Yuvaratna Reddy" userId="5b861dd5df42f784" providerId="LiveId" clId="{245364DC-35DD-44B3-9AE0-16F0F2E0069A}" dt="2026-02-19T01:50:38.839" v="128" actId="478"/>
          <ac:picMkLst>
            <pc:docMk/>
            <pc:sldMk cId="8194681" sldId="262"/>
            <ac:picMk id="19" creationId="{90B1470C-A01A-AD26-3A68-7CBE44DC6842}"/>
          </ac:picMkLst>
        </pc:picChg>
        <pc:picChg chg="add del">
          <ac:chgData name="Puttoor Yuvaratna Reddy" userId="5b861dd5df42f784" providerId="LiveId" clId="{245364DC-35DD-44B3-9AE0-16F0F2E0069A}" dt="2026-02-19T01:50:41.733" v="130" actId="478"/>
          <ac:picMkLst>
            <pc:docMk/>
            <pc:sldMk cId="8194681" sldId="262"/>
            <ac:picMk id="25" creationId="{04C834FE-CA2A-1FDF-0751-11445BAF06ED}"/>
          </ac:picMkLst>
        </pc:picChg>
        <pc:picChg chg="add del">
          <ac:chgData name="Puttoor Yuvaratna Reddy" userId="5b861dd5df42f784" providerId="LiveId" clId="{245364DC-35DD-44B3-9AE0-16F0F2E0069A}" dt="2026-02-19T01:50:46.332" v="132" actId="478"/>
          <ac:picMkLst>
            <pc:docMk/>
            <pc:sldMk cId="8194681" sldId="262"/>
            <ac:picMk id="27" creationId="{336BA7FE-EC09-DF1B-69CE-5F4DCA2E3507}"/>
          </ac:picMkLst>
        </pc:picChg>
        <pc:picChg chg="add del mod">
          <ac:chgData name="Puttoor Yuvaratna Reddy" userId="5b861dd5df42f784" providerId="LiveId" clId="{245364DC-35DD-44B3-9AE0-16F0F2E0069A}" dt="2026-02-19T01:51:18.897" v="137" actId="478"/>
          <ac:picMkLst>
            <pc:docMk/>
            <pc:sldMk cId="8194681" sldId="262"/>
            <ac:picMk id="29" creationId="{6372260E-AA40-C867-5B2C-2913326E2AC6}"/>
          </ac:picMkLst>
        </pc:picChg>
        <pc:picChg chg="add mod">
          <ac:chgData name="Puttoor Yuvaratna Reddy" userId="5b861dd5df42f784" providerId="LiveId" clId="{245364DC-35DD-44B3-9AE0-16F0F2E0069A}" dt="2026-02-19T01:51:45.277" v="144" actId="14100"/>
          <ac:picMkLst>
            <pc:docMk/>
            <pc:sldMk cId="8194681" sldId="262"/>
            <ac:picMk id="31" creationId="{3BF7CD0D-E70C-2DD0-D5B3-9A9D879C3BD2}"/>
          </ac:picMkLst>
        </pc:picChg>
        <pc:cxnChg chg="del">
          <ac:chgData name="Puttoor Yuvaratna Reddy" userId="5b861dd5df42f784" providerId="LiveId" clId="{245364DC-35DD-44B3-9AE0-16F0F2E0069A}" dt="2026-02-19T01:50:05.745" v="124" actId="26606"/>
          <ac:cxnSpMkLst>
            <pc:docMk/>
            <pc:sldMk cId="8194681" sldId="262"/>
            <ac:cxnSpMk id="16" creationId="{F0748755-DDBC-46D0-91EC-1212A8EE2B40}"/>
          </ac:cxnSpMkLst>
        </pc:cxnChg>
        <pc:cxnChg chg="add del">
          <ac:chgData name="Puttoor Yuvaratna Reddy" userId="5b861dd5df42f784" providerId="LiveId" clId="{245364DC-35DD-44B3-9AE0-16F0F2E0069A}" dt="2026-02-19T01:51:13.690" v="135" actId="26606"/>
          <ac:cxnSpMkLst>
            <pc:docMk/>
            <pc:sldMk cId="8194681" sldId="262"/>
            <ac:cxnSpMk id="24" creationId="{F0748755-DDBC-46D0-91EC-1212A8EE2B40}"/>
          </ac:cxnSpMkLst>
        </pc:cxnChg>
        <pc:cxnChg chg="add del">
          <ac:chgData name="Puttoor Yuvaratna Reddy" userId="5b861dd5df42f784" providerId="LiveId" clId="{245364DC-35DD-44B3-9AE0-16F0F2E0069A}" dt="2026-02-19T01:51:22.019" v="139" actId="26606"/>
          <ac:cxnSpMkLst>
            <pc:docMk/>
            <pc:sldMk cId="8194681" sldId="262"/>
            <ac:cxnSpMk id="36" creationId="{F0748755-DDBC-46D0-91EC-1212A8EE2B40}"/>
          </ac:cxnSpMkLst>
        </pc:cxnChg>
        <pc:cxnChg chg="add">
          <ac:chgData name="Puttoor Yuvaratna Reddy" userId="5b861dd5df42f784" providerId="LiveId" clId="{245364DC-35DD-44B3-9AE0-16F0F2E0069A}" dt="2026-02-19T01:51:22.019" v="139" actId="26606"/>
          <ac:cxnSpMkLst>
            <pc:docMk/>
            <pc:sldMk cId="8194681" sldId="262"/>
            <ac:cxnSpMk id="43" creationId="{F0748755-DDBC-46D0-91EC-1212A8EE2B40}"/>
          </ac:cxnSpMkLst>
        </pc:cxnChg>
      </pc:sldChg>
      <pc:sldChg chg="modSp mod">
        <pc:chgData name="Puttoor Yuvaratna Reddy" userId="5b861dd5df42f784" providerId="LiveId" clId="{245364DC-35DD-44B3-9AE0-16F0F2E0069A}" dt="2026-02-19T01:33:55.380" v="62" actId="20577"/>
        <pc:sldMkLst>
          <pc:docMk/>
          <pc:sldMk cId="3029387065" sldId="264"/>
        </pc:sldMkLst>
        <pc:spChg chg="mod">
          <ac:chgData name="Puttoor Yuvaratna Reddy" userId="5b861dd5df42f784" providerId="LiveId" clId="{245364DC-35DD-44B3-9AE0-16F0F2E0069A}" dt="2026-02-19T01:33:55.380" v="62" actId="20577"/>
          <ac:spMkLst>
            <pc:docMk/>
            <pc:sldMk cId="3029387065" sldId="264"/>
            <ac:spMk id="2" creationId="{9968700F-63AD-6703-67A9-58A822EAE211}"/>
          </ac:spMkLst>
        </pc:spChg>
      </pc:sldChg>
      <pc:sldChg chg="modSp mod">
        <pc:chgData name="Puttoor Yuvaratna Reddy" userId="5b861dd5df42f784" providerId="LiveId" clId="{245364DC-35DD-44B3-9AE0-16F0F2E0069A}" dt="2026-02-19T14:01:50.283" v="321" actId="20577"/>
        <pc:sldMkLst>
          <pc:docMk/>
          <pc:sldMk cId="1998866639" sldId="266"/>
        </pc:sldMkLst>
        <pc:spChg chg="mod">
          <ac:chgData name="Puttoor Yuvaratna Reddy" userId="5b861dd5df42f784" providerId="LiveId" clId="{245364DC-35DD-44B3-9AE0-16F0F2E0069A}" dt="2026-02-19T01:34:31.103" v="72" actId="27636"/>
          <ac:spMkLst>
            <pc:docMk/>
            <pc:sldMk cId="1998866639" sldId="266"/>
            <ac:spMk id="2" creationId="{9968700F-63AD-6703-67A9-58A822EAE211}"/>
          </ac:spMkLst>
        </pc:spChg>
        <pc:spChg chg="mod">
          <ac:chgData name="Puttoor Yuvaratna Reddy" userId="5b861dd5df42f784" providerId="LiveId" clId="{245364DC-35DD-44B3-9AE0-16F0F2E0069A}" dt="2026-02-19T14:01:50.283" v="321" actId="20577"/>
          <ac:spMkLst>
            <pc:docMk/>
            <pc:sldMk cId="1998866639" sldId="266"/>
            <ac:spMk id="6" creationId="{C19B3B1A-FA77-1E8B-7137-41B0D35BAB88}"/>
          </ac:spMkLst>
        </pc:spChg>
      </pc:sldChg>
      <pc:sldChg chg="modSp mod">
        <pc:chgData name="Puttoor Yuvaratna Reddy" userId="5b861dd5df42f784" providerId="LiveId" clId="{245364DC-35DD-44B3-9AE0-16F0F2E0069A}" dt="2026-02-19T01:37:16.029" v="105" actId="20577"/>
        <pc:sldMkLst>
          <pc:docMk/>
          <pc:sldMk cId="2022464674" sldId="268"/>
        </pc:sldMkLst>
        <pc:spChg chg="mod">
          <ac:chgData name="Puttoor Yuvaratna Reddy" userId="5b861dd5df42f784" providerId="LiveId" clId="{245364DC-35DD-44B3-9AE0-16F0F2E0069A}" dt="2026-02-19T01:37:16.029" v="105" actId="20577"/>
          <ac:spMkLst>
            <pc:docMk/>
            <pc:sldMk cId="2022464674" sldId="268"/>
            <ac:spMk id="2" creationId="{9968700F-63AD-6703-67A9-58A822EAE211}"/>
          </ac:spMkLst>
        </pc:spChg>
      </pc:sldChg>
      <pc:sldChg chg="addSp delSp modSp mod">
        <pc:chgData name="Puttoor Yuvaratna Reddy" userId="5b861dd5df42f784" providerId="LiveId" clId="{245364DC-35DD-44B3-9AE0-16F0F2E0069A}" dt="2026-02-19T01:39:03.256" v="116" actId="1076"/>
        <pc:sldMkLst>
          <pc:docMk/>
          <pc:sldMk cId="2833380225" sldId="269"/>
        </pc:sldMkLst>
        <pc:spChg chg="mod">
          <ac:chgData name="Puttoor Yuvaratna Reddy" userId="5b861dd5df42f784" providerId="LiveId" clId="{245364DC-35DD-44B3-9AE0-16F0F2E0069A}" dt="2026-02-19T01:39:03.256" v="116" actId="1076"/>
          <ac:spMkLst>
            <pc:docMk/>
            <pc:sldMk cId="2833380225" sldId="269"/>
            <ac:spMk id="2" creationId="{9968700F-63AD-6703-67A9-58A822EAE211}"/>
          </ac:spMkLst>
        </pc:spChg>
        <pc:spChg chg="mod">
          <ac:chgData name="Puttoor Yuvaratna Reddy" userId="5b861dd5df42f784" providerId="LiveId" clId="{245364DC-35DD-44B3-9AE0-16F0F2E0069A}" dt="2026-02-19T01:38:58.705" v="115" actId="1076"/>
          <ac:spMkLst>
            <pc:docMk/>
            <pc:sldMk cId="2833380225" sldId="269"/>
            <ac:spMk id="6" creationId="{470A65D8-6096-185E-9FCD-85C91552BF12}"/>
          </ac:spMkLst>
        </pc:spChg>
        <pc:spChg chg="add mod">
          <ac:chgData name="Puttoor Yuvaratna Reddy" userId="5b861dd5df42f784" providerId="LiveId" clId="{245364DC-35DD-44B3-9AE0-16F0F2E0069A}" dt="2026-02-19T01:38:53.121" v="114" actId="26606"/>
          <ac:spMkLst>
            <pc:docMk/>
            <pc:sldMk cId="2833380225" sldId="269"/>
            <ac:spMk id="7" creationId="{2E3F1DC7-89F1-176F-932A-48850FECF221}"/>
          </ac:spMkLst>
        </pc:spChg>
        <pc:spChg chg="add del mod">
          <ac:chgData name="Puttoor Yuvaratna Reddy" userId="5b861dd5df42f784" providerId="LiveId" clId="{245364DC-35DD-44B3-9AE0-16F0F2E0069A}" dt="2026-02-19T01:38:06.309" v="110"/>
          <ac:spMkLst>
            <pc:docMk/>
            <pc:sldMk cId="2833380225" sldId="269"/>
            <ac:spMk id="8" creationId="{667F22E3-4FFA-150A-051A-8CEE16D47366}"/>
          </ac:spMkLst>
        </pc:spChg>
        <pc:spChg chg="add del">
          <ac:chgData name="Puttoor Yuvaratna Reddy" userId="5b861dd5df42f784" providerId="LiveId" clId="{245364DC-35DD-44B3-9AE0-16F0F2E0069A}" dt="2026-02-19T01:38:53.121" v="114" actId="26606"/>
          <ac:spMkLst>
            <pc:docMk/>
            <pc:sldMk cId="2833380225" sldId="269"/>
            <ac:spMk id="73" creationId="{3227BDC9-FB18-487D-844E-9A6B39F8C10A}"/>
          </ac:spMkLst>
        </pc:spChg>
        <pc:spChg chg="add del">
          <ac:chgData name="Puttoor Yuvaratna Reddy" userId="5b861dd5df42f784" providerId="LiveId" clId="{245364DC-35DD-44B3-9AE0-16F0F2E0069A}" dt="2026-02-19T01:38:53.121" v="114" actId="26606"/>
          <ac:spMkLst>
            <pc:docMk/>
            <pc:sldMk cId="2833380225" sldId="269"/>
            <ac:spMk id="80" creationId="{D3ED8E66-E2AC-4CC9-ADE3-FA44E40291F8}"/>
          </ac:spMkLst>
        </pc:spChg>
        <pc:cxnChg chg="add del">
          <ac:chgData name="Puttoor Yuvaratna Reddy" userId="5b861dd5df42f784" providerId="LiveId" clId="{245364DC-35DD-44B3-9AE0-16F0F2E0069A}" dt="2026-02-19T01:38:53.121" v="114" actId="26606"/>
          <ac:cxnSpMkLst>
            <pc:docMk/>
            <pc:sldMk cId="2833380225" sldId="269"/>
            <ac:cxnSpMk id="75" creationId="{25BE18DF-459C-485A-834C-292AA6BB1086}"/>
          </ac:cxnSpMkLst>
        </pc:cxnChg>
        <pc:cxnChg chg="add del">
          <ac:chgData name="Puttoor Yuvaratna Reddy" userId="5b861dd5df42f784" providerId="LiveId" clId="{245364DC-35DD-44B3-9AE0-16F0F2E0069A}" dt="2026-02-19T01:38:53.121" v="114" actId="26606"/>
          <ac:cxnSpMkLst>
            <pc:docMk/>
            <pc:sldMk cId="2833380225" sldId="269"/>
            <ac:cxnSpMk id="82" creationId="{99E4D94C-0C5B-41F3-A1CB-A1E215C6A19C}"/>
          </ac:cxnSpMkLst>
        </pc:cxn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7FD3A8-5CD2-4AC9-AEC2-898FBED61D6A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96848C9-5657-4D75-996B-AD61B047F2B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Property price variation across locations is unclear</a:t>
          </a:r>
        </a:p>
      </dgm:t>
    </dgm:pt>
    <dgm:pt modelId="{1F4AF61E-3311-4546-986B-7D8BA259BB5A}" type="parTrans" cxnId="{504DB4A4-7568-465F-A59E-A8C16698D841}">
      <dgm:prSet/>
      <dgm:spPr/>
      <dgm:t>
        <a:bodyPr/>
        <a:lstStyle/>
        <a:p>
          <a:endParaRPr lang="en-US"/>
        </a:p>
      </dgm:t>
    </dgm:pt>
    <dgm:pt modelId="{7AC23BA7-FEBD-4848-B7D5-A2BC958F3EBB}" type="sibTrans" cxnId="{504DB4A4-7568-465F-A59E-A8C16698D841}">
      <dgm:prSet/>
      <dgm:spPr/>
      <dgm:t>
        <a:bodyPr/>
        <a:lstStyle/>
        <a:p>
          <a:endParaRPr lang="en-US"/>
        </a:p>
      </dgm:t>
    </dgm:pt>
    <dgm:pt modelId="{E7354183-A721-4BC4-9602-435BD13218C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Buyers lack data-driven decision support</a:t>
          </a:r>
        </a:p>
      </dgm:t>
    </dgm:pt>
    <dgm:pt modelId="{2E48E301-07BC-4268-B224-E5250CD06180}" type="parTrans" cxnId="{55F61EF3-D577-486F-BA96-DCF553CB5CEC}">
      <dgm:prSet/>
      <dgm:spPr/>
      <dgm:t>
        <a:bodyPr/>
        <a:lstStyle/>
        <a:p>
          <a:endParaRPr lang="en-US"/>
        </a:p>
      </dgm:t>
    </dgm:pt>
    <dgm:pt modelId="{DA6E6C24-A69F-4B55-9E98-0744739CA4A3}" type="sibTrans" cxnId="{55F61EF3-D577-486F-BA96-DCF553CB5CEC}">
      <dgm:prSet/>
      <dgm:spPr/>
      <dgm:t>
        <a:bodyPr/>
        <a:lstStyle/>
        <a:p>
          <a:endParaRPr lang="en-US"/>
        </a:p>
      </dgm:t>
    </dgm:pt>
    <dgm:pt modelId="{DF128DD8-AE55-4600-880B-F9DAF83643B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Understanding market trends is difficult</a:t>
          </a:r>
        </a:p>
      </dgm:t>
    </dgm:pt>
    <dgm:pt modelId="{FAFF80A1-9D34-44FE-8713-132CFE8F2E60}" type="parTrans" cxnId="{ACF2A821-C60F-47BE-9B05-B8E1A79095C7}">
      <dgm:prSet/>
      <dgm:spPr/>
      <dgm:t>
        <a:bodyPr/>
        <a:lstStyle/>
        <a:p>
          <a:endParaRPr lang="en-US"/>
        </a:p>
      </dgm:t>
    </dgm:pt>
    <dgm:pt modelId="{9FFC8BE6-0A5E-4A76-A80B-BBED3A023561}" type="sibTrans" cxnId="{ACF2A821-C60F-47BE-9B05-B8E1A79095C7}">
      <dgm:prSet/>
      <dgm:spPr/>
      <dgm:t>
        <a:bodyPr/>
        <a:lstStyle/>
        <a:p>
          <a:endParaRPr lang="en-US"/>
        </a:p>
      </dgm:t>
    </dgm:pt>
    <dgm:pt modelId="{3EB80FB0-5C3A-4708-8230-29885C15F89A}" type="pres">
      <dgm:prSet presAssocID="{C77FD3A8-5CD2-4AC9-AEC2-898FBED61D6A}" presName="root" presStyleCnt="0">
        <dgm:presLayoutVars>
          <dgm:dir/>
          <dgm:resizeHandles val="exact"/>
        </dgm:presLayoutVars>
      </dgm:prSet>
      <dgm:spPr/>
    </dgm:pt>
    <dgm:pt modelId="{3198D72A-0F6A-44A5-B345-FBA5575DC711}" type="pres">
      <dgm:prSet presAssocID="{D96848C9-5657-4D75-996B-AD61B047F2B3}" presName="compNode" presStyleCnt="0"/>
      <dgm:spPr/>
    </dgm:pt>
    <dgm:pt modelId="{3A43D1F5-5C2C-41E6-B199-6FC933A0EE2D}" type="pres">
      <dgm:prSet presAssocID="{D96848C9-5657-4D75-996B-AD61B047F2B3}" presName="iconBgRect" presStyleLbl="bgShp" presStyleIdx="0" presStyleCnt="3"/>
      <dgm:spPr/>
    </dgm:pt>
    <dgm:pt modelId="{B19F149C-9E5B-4893-B244-06471754D81D}" type="pres">
      <dgm:prSet presAssocID="{D96848C9-5657-4D75-996B-AD61B047F2B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C58995C5-D88D-463D-9D4F-272F5ACD493D}" type="pres">
      <dgm:prSet presAssocID="{D96848C9-5657-4D75-996B-AD61B047F2B3}" presName="spaceRect" presStyleCnt="0"/>
      <dgm:spPr/>
    </dgm:pt>
    <dgm:pt modelId="{28F01946-2F51-4C40-8069-2BD6BA3D0DD5}" type="pres">
      <dgm:prSet presAssocID="{D96848C9-5657-4D75-996B-AD61B047F2B3}" presName="textRect" presStyleLbl="revTx" presStyleIdx="0" presStyleCnt="3">
        <dgm:presLayoutVars>
          <dgm:chMax val="1"/>
          <dgm:chPref val="1"/>
        </dgm:presLayoutVars>
      </dgm:prSet>
      <dgm:spPr/>
    </dgm:pt>
    <dgm:pt modelId="{B372D6C9-F1D7-41B0-935D-BC9484ED45A3}" type="pres">
      <dgm:prSet presAssocID="{7AC23BA7-FEBD-4848-B7D5-A2BC958F3EBB}" presName="sibTrans" presStyleCnt="0"/>
      <dgm:spPr/>
    </dgm:pt>
    <dgm:pt modelId="{719DE17A-C56F-4DBD-A177-0D322A02A994}" type="pres">
      <dgm:prSet presAssocID="{E7354183-A721-4BC4-9602-435BD13218C5}" presName="compNode" presStyleCnt="0"/>
      <dgm:spPr/>
    </dgm:pt>
    <dgm:pt modelId="{D2A71C4F-373E-4C7F-A54B-8ECC9B71DF27}" type="pres">
      <dgm:prSet presAssocID="{E7354183-A721-4BC4-9602-435BD13218C5}" presName="iconBgRect" presStyleLbl="bgShp" presStyleIdx="1" presStyleCnt="3"/>
      <dgm:spPr/>
    </dgm:pt>
    <dgm:pt modelId="{F5E031C0-DF9D-4F51-8D3E-CB39A41C5DA7}" type="pres">
      <dgm:prSet presAssocID="{E7354183-A721-4BC4-9602-435BD13218C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695FFA1C-FE8C-4787-911F-81C9BACD6F15}" type="pres">
      <dgm:prSet presAssocID="{E7354183-A721-4BC4-9602-435BD13218C5}" presName="spaceRect" presStyleCnt="0"/>
      <dgm:spPr/>
    </dgm:pt>
    <dgm:pt modelId="{CE6E7C61-37EB-43C7-AF01-4F5FCD26F7DA}" type="pres">
      <dgm:prSet presAssocID="{E7354183-A721-4BC4-9602-435BD13218C5}" presName="textRect" presStyleLbl="revTx" presStyleIdx="1" presStyleCnt="3">
        <dgm:presLayoutVars>
          <dgm:chMax val="1"/>
          <dgm:chPref val="1"/>
        </dgm:presLayoutVars>
      </dgm:prSet>
      <dgm:spPr/>
    </dgm:pt>
    <dgm:pt modelId="{151F50F1-BD47-4219-B02A-9669E054A5DF}" type="pres">
      <dgm:prSet presAssocID="{DA6E6C24-A69F-4B55-9E98-0744739CA4A3}" presName="sibTrans" presStyleCnt="0"/>
      <dgm:spPr/>
    </dgm:pt>
    <dgm:pt modelId="{DD81AFC1-4EE2-43F7-A256-9E1BADCD6B31}" type="pres">
      <dgm:prSet presAssocID="{DF128DD8-AE55-4600-880B-F9DAF83643B3}" presName="compNode" presStyleCnt="0"/>
      <dgm:spPr/>
    </dgm:pt>
    <dgm:pt modelId="{7F9EAB3C-F29E-489B-ABE4-4FF44559A9EC}" type="pres">
      <dgm:prSet presAssocID="{DF128DD8-AE55-4600-880B-F9DAF83643B3}" presName="iconBgRect" presStyleLbl="bgShp" presStyleIdx="2" presStyleCnt="3"/>
      <dgm:spPr/>
    </dgm:pt>
    <dgm:pt modelId="{9813EBD2-FE7D-44D8-85CB-2FB9E54F513E}" type="pres">
      <dgm:prSet presAssocID="{DF128DD8-AE55-4600-880B-F9DAF83643B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205284C9-6AFA-41C6-8C63-77402FB9944B}" type="pres">
      <dgm:prSet presAssocID="{DF128DD8-AE55-4600-880B-F9DAF83643B3}" presName="spaceRect" presStyleCnt="0"/>
      <dgm:spPr/>
    </dgm:pt>
    <dgm:pt modelId="{8953948F-A1FB-464F-B3C8-FE93DCE08DB6}" type="pres">
      <dgm:prSet presAssocID="{DF128DD8-AE55-4600-880B-F9DAF83643B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CF2A821-C60F-47BE-9B05-B8E1A79095C7}" srcId="{C77FD3A8-5CD2-4AC9-AEC2-898FBED61D6A}" destId="{DF128DD8-AE55-4600-880B-F9DAF83643B3}" srcOrd="2" destOrd="0" parTransId="{FAFF80A1-9D34-44FE-8713-132CFE8F2E60}" sibTransId="{9FFC8BE6-0A5E-4A76-A80B-BBED3A023561}"/>
    <dgm:cxn modelId="{8E2E823A-000B-46DB-AFF9-56AF82C3B75A}" type="presOf" srcId="{C77FD3A8-5CD2-4AC9-AEC2-898FBED61D6A}" destId="{3EB80FB0-5C3A-4708-8230-29885C15F89A}" srcOrd="0" destOrd="0" presId="urn:microsoft.com/office/officeart/2018/5/layout/IconCircleLabelList"/>
    <dgm:cxn modelId="{4928D157-07FA-492B-BFDE-D03055FBEC40}" type="presOf" srcId="{DF128DD8-AE55-4600-880B-F9DAF83643B3}" destId="{8953948F-A1FB-464F-B3C8-FE93DCE08DB6}" srcOrd="0" destOrd="0" presId="urn:microsoft.com/office/officeart/2018/5/layout/IconCircleLabelList"/>
    <dgm:cxn modelId="{504DB4A4-7568-465F-A59E-A8C16698D841}" srcId="{C77FD3A8-5CD2-4AC9-AEC2-898FBED61D6A}" destId="{D96848C9-5657-4D75-996B-AD61B047F2B3}" srcOrd="0" destOrd="0" parTransId="{1F4AF61E-3311-4546-986B-7D8BA259BB5A}" sibTransId="{7AC23BA7-FEBD-4848-B7D5-A2BC958F3EBB}"/>
    <dgm:cxn modelId="{7F79DBBB-3CAF-4AB8-9018-5F79587C80F8}" type="presOf" srcId="{E7354183-A721-4BC4-9602-435BD13218C5}" destId="{CE6E7C61-37EB-43C7-AF01-4F5FCD26F7DA}" srcOrd="0" destOrd="0" presId="urn:microsoft.com/office/officeart/2018/5/layout/IconCircleLabelList"/>
    <dgm:cxn modelId="{C70D39C0-C575-4166-8F0C-FE814A70ACCE}" type="presOf" srcId="{D96848C9-5657-4D75-996B-AD61B047F2B3}" destId="{28F01946-2F51-4C40-8069-2BD6BA3D0DD5}" srcOrd="0" destOrd="0" presId="urn:microsoft.com/office/officeart/2018/5/layout/IconCircleLabelList"/>
    <dgm:cxn modelId="{55F61EF3-D577-486F-BA96-DCF553CB5CEC}" srcId="{C77FD3A8-5CD2-4AC9-AEC2-898FBED61D6A}" destId="{E7354183-A721-4BC4-9602-435BD13218C5}" srcOrd="1" destOrd="0" parTransId="{2E48E301-07BC-4268-B224-E5250CD06180}" sibTransId="{DA6E6C24-A69F-4B55-9E98-0744739CA4A3}"/>
    <dgm:cxn modelId="{DD16D907-38D0-4FF1-8C31-A98A835728D2}" type="presParOf" srcId="{3EB80FB0-5C3A-4708-8230-29885C15F89A}" destId="{3198D72A-0F6A-44A5-B345-FBA5575DC711}" srcOrd="0" destOrd="0" presId="urn:microsoft.com/office/officeart/2018/5/layout/IconCircleLabelList"/>
    <dgm:cxn modelId="{249A1413-885F-4C80-8CC5-CCF78494C285}" type="presParOf" srcId="{3198D72A-0F6A-44A5-B345-FBA5575DC711}" destId="{3A43D1F5-5C2C-41E6-B199-6FC933A0EE2D}" srcOrd="0" destOrd="0" presId="urn:microsoft.com/office/officeart/2018/5/layout/IconCircleLabelList"/>
    <dgm:cxn modelId="{6DB39B86-C4A4-4045-87E1-B34D1B65D4FF}" type="presParOf" srcId="{3198D72A-0F6A-44A5-B345-FBA5575DC711}" destId="{B19F149C-9E5B-4893-B244-06471754D81D}" srcOrd="1" destOrd="0" presId="urn:microsoft.com/office/officeart/2018/5/layout/IconCircleLabelList"/>
    <dgm:cxn modelId="{769D5A6A-EE48-4CF7-8F21-CB9BF798A17C}" type="presParOf" srcId="{3198D72A-0F6A-44A5-B345-FBA5575DC711}" destId="{C58995C5-D88D-463D-9D4F-272F5ACD493D}" srcOrd="2" destOrd="0" presId="urn:microsoft.com/office/officeart/2018/5/layout/IconCircleLabelList"/>
    <dgm:cxn modelId="{AAEC6DD3-D3E2-4734-9D14-57D8F10BF343}" type="presParOf" srcId="{3198D72A-0F6A-44A5-B345-FBA5575DC711}" destId="{28F01946-2F51-4C40-8069-2BD6BA3D0DD5}" srcOrd="3" destOrd="0" presId="urn:microsoft.com/office/officeart/2018/5/layout/IconCircleLabelList"/>
    <dgm:cxn modelId="{B739EF3E-1BD4-4C05-A2BB-8569C57494F9}" type="presParOf" srcId="{3EB80FB0-5C3A-4708-8230-29885C15F89A}" destId="{B372D6C9-F1D7-41B0-935D-BC9484ED45A3}" srcOrd="1" destOrd="0" presId="urn:microsoft.com/office/officeart/2018/5/layout/IconCircleLabelList"/>
    <dgm:cxn modelId="{15122A33-7929-4358-888A-46B4F587B578}" type="presParOf" srcId="{3EB80FB0-5C3A-4708-8230-29885C15F89A}" destId="{719DE17A-C56F-4DBD-A177-0D322A02A994}" srcOrd="2" destOrd="0" presId="urn:microsoft.com/office/officeart/2018/5/layout/IconCircleLabelList"/>
    <dgm:cxn modelId="{217E5E28-4FAE-4EB5-B065-E702535935D9}" type="presParOf" srcId="{719DE17A-C56F-4DBD-A177-0D322A02A994}" destId="{D2A71C4F-373E-4C7F-A54B-8ECC9B71DF27}" srcOrd="0" destOrd="0" presId="urn:microsoft.com/office/officeart/2018/5/layout/IconCircleLabelList"/>
    <dgm:cxn modelId="{DE9D9CAA-D01E-419A-B92A-09AB22644FD8}" type="presParOf" srcId="{719DE17A-C56F-4DBD-A177-0D322A02A994}" destId="{F5E031C0-DF9D-4F51-8D3E-CB39A41C5DA7}" srcOrd="1" destOrd="0" presId="urn:microsoft.com/office/officeart/2018/5/layout/IconCircleLabelList"/>
    <dgm:cxn modelId="{D5C3CF66-A30F-4215-98AB-87A9DBA4B17E}" type="presParOf" srcId="{719DE17A-C56F-4DBD-A177-0D322A02A994}" destId="{695FFA1C-FE8C-4787-911F-81C9BACD6F15}" srcOrd="2" destOrd="0" presId="urn:microsoft.com/office/officeart/2018/5/layout/IconCircleLabelList"/>
    <dgm:cxn modelId="{5675E885-CB6D-4152-8A84-BC6EA6C63B99}" type="presParOf" srcId="{719DE17A-C56F-4DBD-A177-0D322A02A994}" destId="{CE6E7C61-37EB-43C7-AF01-4F5FCD26F7DA}" srcOrd="3" destOrd="0" presId="urn:microsoft.com/office/officeart/2018/5/layout/IconCircleLabelList"/>
    <dgm:cxn modelId="{E8870C70-F1AA-4904-97FA-1595CA96B87B}" type="presParOf" srcId="{3EB80FB0-5C3A-4708-8230-29885C15F89A}" destId="{151F50F1-BD47-4219-B02A-9669E054A5DF}" srcOrd="3" destOrd="0" presId="urn:microsoft.com/office/officeart/2018/5/layout/IconCircleLabelList"/>
    <dgm:cxn modelId="{7056B900-83F1-43B1-A007-E3917D7678B8}" type="presParOf" srcId="{3EB80FB0-5C3A-4708-8230-29885C15F89A}" destId="{DD81AFC1-4EE2-43F7-A256-9E1BADCD6B31}" srcOrd="4" destOrd="0" presId="urn:microsoft.com/office/officeart/2018/5/layout/IconCircleLabelList"/>
    <dgm:cxn modelId="{7D193C55-A372-4999-BC16-D5FC3D423BFD}" type="presParOf" srcId="{DD81AFC1-4EE2-43F7-A256-9E1BADCD6B31}" destId="{7F9EAB3C-F29E-489B-ABE4-4FF44559A9EC}" srcOrd="0" destOrd="0" presId="urn:microsoft.com/office/officeart/2018/5/layout/IconCircleLabelList"/>
    <dgm:cxn modelId="{B051A4BE-5DCB-4DB7-BE82-CD5B71A1E342}" type="presParOf" srcId="{DD81AFC1-4EE2-43F7-A256-9E1BADCD6B31}" destId="{9813EBD2-FE7D-44D8-85CB-2FB9E54F513E}" srcOrd="1" destOrd="0" presId="urn:microsoft.com/office/officeart/2018/5/layout/IconCircleLabelList"/>
    <dgm:cxn modelId="{EE756695-0649-4EEA-B7E3-64F91B144EC8}" type="presParOf" srcId="{DD81AFC1-4EE2-43F7-A256-9E1BADCD6B31}" destId="{205284C9-6AFA-41C6-8C63-77402FB9944B}" srcOrd="2" destOrd="0" presId="urn:microsoft.com/office/officeart/2018/5/layout/IconCircleLabelList"/>
    <dgm:cxn modelId="{5519A337-8F11-470F-A18D-D4EFCDB7BDCF}" type="presParOf" srcId="{DD81AFC1-4EE2-43F7-A256-9E1BADCD6B31}" destId="{8953948F-A1FB-464F-B3C8-FE93DCE08DB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71A65FF-EA93-447B-A84A-DB112DCA30C9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00A9953-C927-4247-88F3-B2FBEA1332DE}">
      <dgm:prSet/>
      <dgm:spPr/>
      <dgm:t>
        <a:bodyPr/>
        <a:lstStyle/>
        <a:p>
          <a:r>
            <a:rPr lang="en-US"/>
            <a:t>✔ Removed irrelevant data</a:t>
          </a:r>
        </a:p>
      </dgm:t>
    </dgm:pt>
    <dgm:pt modelId="{DF9E6BA9-390A-41A9-94DD-9FF1979DC306}" type="parTrans" cxnId="{B18E5FAD-D9B2-467E-9998-9D5CEAFCCD90}">
      <dgm:prSet/>
      <dgm:spPr/>
      <dgm:t>
        <a:bodyPr/>
        <a:lstStyle/>
        <a:p>
          <a:endParaRPr lang="en-US"/>
        </a:p>
      </dgm:t>
    </dgm:pt>
    <dgm:pt modelId="{FEF3D18E-F95A-4CBE-A1D9-A0EB5C7A5FB7}" type="sibTrans" cxnId="{B18E5FAD-D9B2-467E-9998-9D5CEAFCCD90}">
      <dgm:prSet/>
      <dgm:spPr/>
      <dgm:t>
        <a:bodyPr/>
        <a:lstStyle/>
        <a:p>
          <a:endParaRPr lang="en-US"/>
        </a:p>
      </dgm:t>
    </dgm:pt>
    <dgm:pt modelId="{7C98377D-20DB-4BA0-8D45-72C3091E8738}">
      <dgm:prSet/>
      <dgm:spPr/>
      <dgm:t>
        <a:bodyPr/>
        <a:lstStyle/>
        <a:p>
          <a:r>
            <a:rPr lang="en-US"/>
            <a:t>✔ Filled missing values intelligently</a:t>
          </a:r>
        </a:p>
      </dgm:t>
    </dgm:pt>
    <dgm:pt modelId="{C1CEB4A0-CEA1-402E-B6B0-3788C90FCCAC}" type="parTrans" cxnId="{916023C2-AC67-4E38-B2F5-FE847540D5C1}">
      <dgm:prSet/>
      <dgm:spPr/>
      <dgm:t>
        <a:bodyPr/>
        <a:lstStyle/>
        <a:p>
          <a:endParaRPr lang="en-US"/>
        </a:p>
      </dgm:t>
    </dgm:pt>
    <dgm:pt modelId="{48B95988-3E8B-4CB6-92F0-E73231A14CD9}" type="sibTrans" cxnId="{916023C2-AC67-4E38-B2F5-FE847540D5C1}">
      <dgm:prSet/>
      <dgm:spPr/>
      <dgm:t>
        <a:bodyPr/>
        <a:lstStyle/>
        <a:p>
          <a:endParaRPr lang="en-US"/>
        </a:p>
      </dgm:t>
    </dgm:pt>
    <dgm:pt modelId="{043C5FC2-8271-4C85-8819-4D55E920703A}">
      <dgm:prSet/>
      <dgm:spPr/>
      <dgm:t>
        <a:bodyPr/>
        <a:lstStyle/>
        <a:p>
          <a:r>
            <a:rPr lang="en-US"/>
            <a:t>✔ Preserved maximum information</a:t>
          </a:r>
        </a:p>
      </dgm:t>
    </dgm:pt>
    <dgm:pt modelId="{911FB0EB-B354-4053-B042-F4F73C475709}" type="parTrans" cxnId="{5E9498D1-882E-40AC-85E7-5691F19C51D2}">
      <dgm:prSet/>
      <dgm:spPr/>
      <dgm:t>
        <a:bodyPr/>
        <a:lstStyle/>
        <a:p>
          <a:endParaRPr lang="en-US"/>
        </a:p>
      </dgm:t>
    </dgm:pt>
    <dgm:pt modelId="{856E825C-CAC3-4D26-BFCD-D83530AAA413}" type="sibTrans" cxnId="{5E9498D1-882E-40AC-85E7-5691F19C51D2}">
      <dgm:prSet/>
      <dgm:spPr/>
      <dgm:t>
        <a:bodyPr/>
        <a:lstStyle/>
        <a:p>
          <a:endParaRPr lang="en-US"/>
        </a:p>
      </dgm:t>
    </dgm:pt>
    <dgm:pt modelId="{60C09BF3-FAE0-42D7-9F68-F323D2565385}">
      <dgm:prSet/>
      <dgm:spPr/>
      <dgm:t>
        <a:bodyPr/>
        <a:lstStyle/>
        <a:p>
          <a:r>
            <a:rPr lang="en-US"/>
            <a:t>✔ Created BHK feature</a:t>
          </a:r>
        </a:p>
      </dgm:t>
    </dgm:pt>
    <dgm:pt modelId="{7D91A11B-DF57-455C-A9A1-79717E27869A}" type="parTrans" cxnId="{2EEADEC2-7868-42EB-AB20-0FC77A7AEC0A}">
      <dgm:prSet/>
      <dgm:spPr/>
      <dgm:t>
        <a:bodyPr/>
        <a:lstStyle/>
        <a:p>
          <a:endParaRPr lang="en-US"/>
        </a:p>
      </dgm:t>
    </dgm:pt>
    <dgm:pt modelId="{5B7FF058-0467-4E6F-AC0B-0586641C9200}" type="sibTrans" cxnId="{2EEADEC2-7868-42EB-AB20-0FC77A7AEC0A}">
      <dgm:prSet/>
      <dgm:spPr/>
      <dgm:t>
        <a:bodyPr/>
        <a:lstStyle/>
        <a:p>
          <a:endParaRPr lang="en-US"/>
        </a:p>
      </dgm:t>
    </dgm:pt>
    <dgm:pt modelId="{0D8912F5-7424-4517-A112-975FFC14B3C5}" type="pres">
      <dgm:prSet presAssocID="{171A65FF-EA93-447B-A84A-DB112DCA30C9}" presName="diagram" presStyleCnt="0">
        <dgm:presLayoutVars>
          <dgm:dir/>
          <dgm:resizeHandles val="exact"/>
        </dgm:presLayoutVars>
      </dgm:prSet>
      <dgm:spPr/>
    </dgm:pt>
    <dgm:pt modelId="{B7C85265-96F6-431D-B795-26103C26D2AC}" type="pres">
      <dgm:prSet presAssocID="{200A9953-C927-4247-88F3-B2FBEA1332DE}" presName="node" presStyleLbl="node1" presStyleIdx="0" presStyleCnt="4">
        <dgm:presLayoutVars>
          <dgm:bulletEnabled val="1"/>
        </dgm:presLayoutVars>
      </dgm:prSet>
      <dgm:spPr/>
    </dgm:pt>
    <dgm:pt modelId="{ACB48677-98F4-41E0-85AB-FF1FB88D4647}" type="pres">
      <dgm:prSet presAssocID="{FEF3D18E-F95A-4CBE-A1D9-A0EB5C7A5FB7}" presName="sibTrans" presStyleLbl="sibTrans2D1" presStyleIdx="0" presStyleCnt="3"/>
      <dgm:spPr/>
    </dgm:pt>
    <dgm:pt modelId="{339AEC30-15B6-4A06-AFAF-4CFE0908CDA7}" type="pres">
      <dgm:prSet presAssocID="{FEF3D18E-F95A-4CBE-A1D9-A0EB5C7A5FB7}" presName="connectorText" presStyleLbl="sibTrans2D1" presStyleIdx="0" presStyleCnt="3"/>
      <dgm:spPr/>
    </dgm:pt>
    <dgm:pt modelId="{645544C0-2992-42EE-9821-25E83D21B382}" type="pres">
      <dgm:prSet presAssocID="{7C98377D-20DB-4BA0-8D45-72C3091E8738}" presName="node" presStyleLbl="node1" presStyleIdx="1" presStyleCnt="4">
        <dgm:presLayoutVars>
          <dgm:bulletEnabled val="1"/>
        </dgm:presLayoutVars>
      </dgm:prSet>
      <dgm:spPr/>
    </dgm:pt>
    <dgm:pt modelId="{2B680CE3-3E80-4E0C-9D5B-5764C0E201DB}" type="pres">
      <dgm:prSet presAssocID="{48B95988-3E8B-4CB6-92F0-E73231A14CD9}" presName="sibTrans" presStyleLbl="sibTrans2D1" presStyleIdx="1" presStyleCnt="3"/>
      <dgm:spPr/>
    </dgm:pt>
    <dgm:pt modelId="{CF6B2B46-EF93-4A78-A1AE-5764BA414624}" type="pres">
      <dgm:prSet presAssocID="{48B95988-3E8B-4CB6-92F0-E73231A14CD9}" presName="connectorText" presStyleLbl="sibTrans2D1" presStyleIdx="1" presStyleCnt="3"/>
      <dgm:spPr/>
    </dgm:pt>
    <dgm:pt modelId="{AC534321-5B4C-4749-BA9E-84A44BFF3516}" type="pres">
      <dgm:prSet presAssocID="{043C5FC2-8271-4C85-8819-4D55E920703A}" presName="node" presStyleLbl="node1" presStyleIdx="2" presStyleCnt="4">
        <dgm:presLayoutVars>
          <dgm:bulletEnabled val="1"/>
        </dgm:presLayoutVars>
      </dgm:prSet>
      <dgm:spPr/>
    </dgm:pt>
    <dgm:pt modelId="{6ED883CE-212D-4B68-AF31-55635FE776F5}" type="pres">
      <dgm:prSet presAssocID="{856E825C-CAC3-4D26-BFCD-D83530AAA413}" presName="sibTrans" presStyleLbl="sibTrans2D1" presStyleIdx="2" presStyleCnt="3"/>
      <dgm:spPr/>
    </dgm:pt>
    <dgm:pt modelId="{FDBF0D50-05E1-4906-AFD5-989F607FE13F}" type="pres">
      <dgm:prSet presAssocID="{856E825C-CAC3-4D26-BFCD-D83530AAA413}" presName="connectorText" presStyleLbl="sibTrans2D1" presStyleIdx="2" presStyleCnt="3"/>
      <dgm:spPr/>
    </dgm:pt>
    <dgm:pt modelId="{11BDCF6C-58FB-4D0A-860F-C4D0A786D54D}" type="pres">
      <dgm:prSet presAssocID="{60C09BF3-FAE0-42D7-9F68-F323D2565385}" presName="node" presStyleLbl="node1" presStyleIdx="3" presStyleCnt="4">
        <dgm:presLayoutVars>
          <dgm:bulletEnabled val="1"/>
        </dgm:presLayoutVars>
      </dgm:prSet>
      <dgm:spPr/>
    </dgm:pt>
  </dgm:ptLst>
  <dgm:cxnLst>
    <dgm:cxn modelId="{E872AC0A-877B-4635-8889-A1DA714603AF}" type="presOf" srcId="{60C09BF3-FAE0-42D7-9F68-F323D2565385}" destId="{11BDCF6C-58FB-4D0A-860F-C4D0A786D54D}" srcOrd="0" destOrd="0" presId="urn:microsoft.com/office/officeart/2005/8/layout/process5"/>
    <dgm:cxn modelId="{E0E91B18-43DF-4016-B228-C8267AC8562D}" type="presOf" srcId="{171A65FF-EA93-447B-A84A-DB112DCA30C9}" destId="{0D8912F5-7424-4517-A112-975FFC14B3C5}" srcOrd="0" destOrd="0" presId="urn:microsoft.com/office/officeart/2005/8/layout/process5"/>
    <dgm:cxn modelId="{F4CCA22E-9B9C-4CB0-8280-99D35B8EADAA}" type="presOf" srcId="{856E825C-CAC3-4D26-BFCD-D83530AAA413}" destId="{6ED883CE-212D-4B68-AF31-55635FE776F5}" srcOrd="0" destOrd="0" presId="urn:microsoft.com/office/officeart/2005/8/layout/process5"/>
    <dgm:cxn modelId="{F6D35848-3C8B-47F1-B648-099A9A6FBC69}" type="presOf" srcId="{7C98377D-20DB-4BA0-8D45-72C3091E8738}" destId="{645544C0-2992-42EE-9821-25E83D21B382}" srcOrd="0" destOrd="0" presId="urn:microsoft.com/office/officeart/2005/8/layout/process5"/>
    <dgm:cxn modelId="{A5C0A055-8727-4227-8F0B-97AFC4A5940D}" type="presOf" srcId="{200A9953-C927-4247-88F3-B2FBEA1332DE}" destId="{B7C85265-96F6-431D-B795-26103C26D2AC}" srcOrd="0" destOrd="0" presId="urn:microsoft.com/office/officeart/2005/8/layout/process5"/>
    <dgm:cxn modelId="{65EF8B98-F2EA-4A16-8363-8F93747D00BD}" type="presOf" srcId="{FEF3D18E-F95A-4CBE-A1D9-A0EB5C7A5FB7}" destId="{339AEC30-15B6-4A06-AFAF-4CFE0908CDA7}" srcOrd="1" destOrd="0" presId="urn:microsoft.com/office/officeart/2005/8/layout/process5"/>
    <dgm:cxn modelId="{4EDD8CA9-8DA7-4634-98B9-6B756B401BFA}" type="presOf" srcId="{856E825C-CAC3-4D26-BFCD-D83530AAA413}" destId="{FDBF0D50-05E1-4906-AFD5-989F607FE13F}" srcOrd="1" destOrd="0" presId="urn:microsoft.com/office/officeart/2005/8/layout/process5"/>
    <dgm:cxn modelId="{B18E5FAD-D9B2-467E-9998-9D5CEAFCCD90}" srcId="{171A65FF-EA93-447B-A84A-DB112DCA30C9}" destId="{200A9953-C927-4247-88F3-B2FBEA1332DE}" srcOrd="0" destOrd="0" parTransId="{DF9E6BA9-390A-41A9-94DD-9FF1979DC306}" sibTransId="{FEF3D18E-F95A-4CBE-A1D9-A0EB5C7A5FB7}"/>
    <dgm:cxn modelId="{7C0D3AC1-84E0-4157-8BE3-0210A0E8F976}" type="presOf" srcId="{48B95988-3E8B-4CB6-92F0-E73231A14CD9}" destId="{2B680CE3-3E80-4E0C-9D5B-5764C0E201DB}" srcOrd="0" destOrd="0" presId="urn:microsoft.com/office/officeart/2005/8/layout/process5"/>
    <dgm:cxn modelId="{916023C2-AC67-4E38-B2F5-FE847540D5C1}" srcId="{171A65FF-EA93-447B-A84A-DB112DCA30C9}" destId="{7C98377D-20DB-4BA0-8D45-72C3091E8738}" srcOrd="1" destOrd="0" parTransId="{C1CEB4A0-CEA1-402E-B6B0-3788C90FCCAC}" sibTransId="{48B95988-3E8B-4CB6-92F0-E73231A14CD9}"/>
    <dgm:cxn modelId="{2EEADEC2-7868-42EB-AB20-0FC77A7AEC0A}" srcId="{171A65FF-EA93-447B-A84A-DB112DCA30C9}" destId="{60C09BF3-FAE0-42D7-9F68-F323D2565385}" srcOrd="3" destOrd="0" parTransId="{7D91A11B-DF57-455C-A9A1-79717E27869A}" sibTransId="{5B7FF058-0467-4E6F-AC0B-0586641C9200}"/>
    <dgm:cxn modelId="{3A4BB6CA-B120-4052-B20F-20F52F98F2EC}" type="presOf" srcId="{FEF3D18E-F95A-4CBE-A1D9-A0EB5C7A5FB7}" destId="{ACB48677-98F4-41E0-85AB-FF1FB88D4647}" srcOrd="0" destOrd="0" presId="urn:microsoft.com/office/officeart/2005/8/layout/process5"/>
    <dgm:cxn modelId="{5E9498D1-882E-40AC-85E7-5691F19C51D2}" srcId="{171A65FF-EA93-447B-A84A-DB112DCA30C9}" destId="{043C5FC2-8271-4C85-8819-4D55E920703A}" srcOrd="2" destOrd="0" parTransId="{911FB0EB-B354-4053-B042-F4F73C475709}" sibTransId="{856E825C-CAC3-4D26-BFCD-D83530AAA413}"/>
    <dgm:cxn modelId="{FE6B16E8-2CEE-4B62-8F61-ECD46B0DC0E3}" type="presOf" srcId="{043C5FC2-8271-4C85-8819-4D55E920703A}" destId="{AC534321-5B4C-4749-BA9E-84A44BFF3516}" srcOrd="0" destOrd="0" presId="urn:microsoft.com/office/officeart/2005/8/layout/process5"/>
    <dgm:cxn modelId="{9F7CBEFC-F32F-4FE5-80EB-99DA79A3B0F0}" type="presOf" srcId="{48B95988-3E8B-4CB6-92F0-E73231A14CD9}" destId="{CF6B2B46-EF93-4A78-A1AE-5764BA414624}" srcOrd="1" destOrd="0" presId="urn:microsoft.com/office/officeart/2005/8/layout/process5"/>
    <dgm:cxn modelId="{4016F098-0C19-4571-A7D3-7076E8008DE1}" type="presParOf" srcId="{0D8912F5-7424-4517-A112-975FFC14B3C5}" destId="{B7C85265-96F6-431D-B795-26103C26D2AC}" srcOrd="0" destOrd="0" presId="urn:microsoft.com/office/officeart/2005/8/layout/process5"/>
    <dgm:cxn modelId="{76362DE7-BA09-40C1-9596-451A821821B0}" type="presParOf" srcId="{0D8912F5-7424-4517-A112-975FFC14B3C5}" destId="{ACB48677-98F4-41E0-85AB-FF1FB88D4647}" srcOrd="1" destOrd="0" presId="urn:microsoft.com/office/officeart/2005/8/layout/process5"/>
    <dgm:cxn modelId="{E5D55065-307D-4AC1-9493-03B892A284C0}" type="presParOf" srcId="{ACB48677-98F4-41E0-85AB-FF1FB88D4647}" destId="{339AEC30-15B6-4A06-AFAF-4CFE0908CDA7}" srcOrd="0" destOrd="0" presId="urn:microsoft.com/office/officeart/2005/8/layout/process5"/>
    <dgm:cxn modelId="{814DC7FF-915A-4240-9C9A-C93BD87A99CE}" type="presParOf" srcId="{0D8912F5-7424-4517-A112-975FFC14B3C5}" destId="{645544C0-2992-42EE-9821-25E83D21B382}" srcOrd="2" destOrd="0" presId="urn:microsoft.com/office/officeart/2005/8/layout/process5"/>
    <dgm:cxn modelId="{90A1DB9D-4461-4ACD-A8E2-FA4D427F2248}" type="presParOf" srcId="{0D8912F5-7424-4517-A112-975FFC14B3C5}" destId="{2B680CE3-3E80-4E0C-9D5B-5764C0E201DB}" srcOrd="3" destOrd="0" presId="urn:microsoft.com/office/officeart/2005/8/layout/process5"/>
    <dgm:cxn modelId="{A84D4A83-8AEA-42D0-B828-EB549B10899B}" type="presParOf" srcId="{2B680CE3-3E80-4E0C-9D5B-5764C0E201DB}" destId="{CF6B2B46-EF93-4A78-A1AE-5764BA414624}" srcOrd="0" destOrd="0" presId="urn:microsoft.com/office/officeart/2005/8/layout/process5"/>
    <dgm:cxn modelId="{16CDE015-5788-4096-B9C7-EA3BDC5DC70B}" type="presParOf" srcId="{0D8912F5-7424-4517-A112-975FFC14B3C5}" destId="{AC534321-5B4C-4749-BA9E-84A44BFF3516}" srcOrd="4" destOrd="0" presId="urn:microsoft.com/office/officeart/2005/8/layout/process5"/>
    <dgm:cxn modelId="{4F0577C8-307B-4E2B-8734-986347584925}" type="presParOf" srcId="{0D8912F5-7424-4517-A112-975FFC14B3C5}" destId="{6ED883CE-212D-4B68-AF31-55635FE776F5}" srcOrd="5" destOrd="0" presId="urn:microsoft.com/office/officeart/2005/8/layout/process5"/>
    <dgm:cxn modelId="{5FD21A92-3ADA-4B91-A898-A448FC2DB931}" type="presParOf" srcId="{6ED883CE-212D-4B68-AF31-55635FE776F5}" destId="{FDBF0D50-05E1-4906-AFD5-989F607FE13F}" srcOrd="0" destOrd="0" presId="urn:microsoft.com/office/officeart/2005/8/layout/process5"/>
    <dgm:cxn modelId="{C35A6C0F-599F-45D1-95ED-33BF97DC25FF}" type="presParOf" srcId="{0D8912F5-7424-4517-A112-975FFC14B3C5}" destId="{11BDCF6C-58FB-4D0A-860F-C4D0A786D54D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9FEC4C4-2E48-4044-8ED9-2143881F721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371C755-B24F-4D7B-9B31-41DECE638132}">
      <dgm:prSet/>
      <dgm:spPr/>
      <dgm:t>
        <a:bodyPr/>
        <a:lstStyle/>
        <a:p>
          <a:r>
            <a:rPr lang="en-US"/>
            <a:t>✔ Helps buyers choose better locations</a:t>
          </a:r>
        </a:p>
      </dgm:t>
    </dgm:pt>
    <dgm:pt modelId="{E224B207-FD25-4197-983F-000B3F0D6ACB}" type="parTrans" cxnId="{2E82456A-23D6-4AD5-92C8-72FAAC40B764}">
      <dgm:prSet/>
      <dgm:spPr/>
      <dgm:t>
        <a:bodyPr/>
        <a:lstStyle/>
        <a:p>
          <a:endParaRPr lang="en-US"/>
        </a:p>
      </dgm:t>
    </dgm:pt>
    <dgm:pt modelId="{93B20EA8-858C-4D61-AE7F-49B27873CBFB}" type="sibTrans" cxnId="{2E82456A-23D6-4AD5-92C8-72FAAC40B764}">
      <dgm:prSet/>
      <dgm:spPr/>
      <dgm:t>
        <a:bodyPr/>
        <a:lstStyle/>
        <a:p>
          <a:endParaRPr lang="en-US"/>
        </a:p>
      </dgm:t>
    </dgm:pt>
    <dgm:pt modelId="{EA18B48D-58D3-47BE-A52A-91CAACC4343D}">
      <dgm:prSet/>
      <dgm:spPr/>
      <dgm:t>
        <a:bodyPr/>
        <a:lstStyle/>
        <a:p>
          <a:r>
            <a:rPr lang="en-US"/>
            <a:t>✔ Supports investment decisions</a:t>
          </a:r>
        </a:p>
      </dgm:t>
    </dgm:pt>
    <dgm:pt modelId="{5D94DB52-2F87-4A2D-AAC9-6DFC27B983FD}" type="parTrans" cxnId="{226706AA-2074-4694-A836-B85A6766C85A}">
      <dgm:prSet/>
      <dgm:spPr/>
      <dgm:t>
        <a:bodyPr/>
        <a:lstStyle/>
        <a:p>
          <a:endParaRPr lang="en-US"/>
        </a:p>
      </dgm:t>
    </dgm:pt>
    <dgm:pt modelId="{E18EC1E7-1482-4859-A595-0D2BAD59E9BB}" type="sibTrans" cxnId="{226706AA-2074-4694-A836-B85A6766C85A}">
      <dgm:prSet/>
      <dgm:spPr/>
      <dgm:t>
        <a:bodyPr/>
        <a:lstStyle/>
        <a:p>
          <a:endParaRPr lang="en-US"/>
        </a:p>
      </dgm:t>
    </dgm:pt>
    <dgm:pt modelId="{9F4AB1FE-288D-4870-95D6-E7596D818AA9}">
      <dgm:prSet/>
      <dgm:spPr/>
      <dgm:t>
        <a:bodyPr/>
        <a:lstStyle/>
        <a:p>
          <a:r>
            <a:rPr lang="en-US"/>
            <a:t>✔ Enables data-driven real estate analysis</a:t>
          </a:r>
        </a:p>
      </dgm:t>
    </dgm:pt>
    <dgm:pt modelId="{F25410AC-983E-4EED-A3EA-F30F1D426B6E}" type="parTrans" cxnId="{A51A1566-758A-4AB8-96C9-B433C942BD1B}">
      <dgm:prSet/>
      <dgm:spPr/>
      <dgm:t>
        <a:bodyPr/>
        <a:lstStyle/>
        <a:p>
          <a:endParaRPr lang="en-US"/>
        </a:p>
      </dgm:t>
    </dgm:pt>
    <dgm:pt modelId="{B6FF378F-44EC-4B19-9F26-84B2C420EE97}" type="sibTrans" cxnId="{A51A1566-758A-4AB8-96C9-B433C942BD1B}">
      <dgm:prSet/>
      <dgm:spPr/>
      <dgm:t>
        <a:bodyPr/>
        <a:lstStyle/>
        <a:p>
          <a:endParaRPr lang="en-US"/>
        </a:p>
      </dgm:t>
    </dgm:pt>
    <dgm:pt modelId="{97721D3C-3118-432D-A08D-53DBBE1D51B7}">
      <dgm:prSet/>
      <dgm:spPr/>
      <dgm:t>
        <a:bodyPr/>
        <a:lstStyle/>
        <a:p>
          <a:r>
            <a:rPr lang="en-US"/>
            <a:t>✔ Foundation for price prediction systems</a:t>
          </a:r>
        </a:p>
      </dgm:t>
    </dgm:pt>
    <dgm:pt modelId="{51CEC6AE-B313-4389-8662-EFA726615451}" type="parTrans" cxnId="{1F6E7BEB-74B2-433D-83A0-423E38407D7F}">
      <dgm:prSet/>
      <dgm:spPr/>
      <dgm:t>
        <a:bodyPr/>
        <a:lstStyle/>
        <a:p>
          <a:endParaRPr lang="en-US"/>
        </a:p>
      </dgm:t>
    </dgm:pt>
    <dgm:pt modelId="{D7077DD0-A9A6-4D84-BFA0-497EBB057DB9}" type="sibTrans" cxnId="{1F6E7BEB-74B2-433D-83A0-423E38407D7F}">
      <dgm:prSet/>
      <dgm:spPr/>
      <dgm:t>
        <a:bodyPr/>
        <a:lstStyle/>
        <a:p>
          <a:endParaRPr lang="en-US"/>
        </a:p>
      </dgm:t>
    </dgm:pt>
    <dgm:pt modelId="{B292CAA8-A117-4DDB-9441-01D97EF07D16}" type="pres">
      <dgm:prSet presAssocID="{A9FEC4C4-2E48-4044-8ED9-2143881F721C}" presName="root" presStyleCnt="0">
        <dgm:presLayoutVars>
          <dgm:dir/>
          <dgm:resizeHandles val="exact"/>
        </dgm:presLayoutVars>
      </dgm:prSet>
      <dgm:spPr/>
    </dgm:pt>
    <dgm:pt modelId="{9E4C9FEE-8ACC-4792-8DCA-73A0CB860C76}" type="pres">
      <dgm:prSet presAssocID="{E371C755-B24F-4D7B-9B31-41DECE638132}" presName="compNode" presStyleCnt="0"/>
      <dgm:spPr/>
    </dgm:pt>
    <dgm:pt modelId="{B6E8FE38-0394-4954-A12B-1E06D19BDC59}" type="pres">
      <dgm:prSet presAssocID="{E371C755-B24F-4D7B-9B31-41DECE638132}" presName="bgRect" presStyleLbl="bgShp" presStyleIdx="0" presStyleCnt="4"/>
      <dgm:spPr/>
    </dgm:pt>
    <dgm:pt modelId="{CDA74782-4DCF-4616-9283-8DC2641494B3}" type="pres">
      <dgm:prSet presAssocID="{E371C755-B24F-4D7B-9B31-41DECE63813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1F1B5968-3BEA-4BBF-9DFD-7BEAA7C9ED23}" type="pres">
      <dgm:prSet presAssocID="{E371C755-B24F-4D7B-9B31-41DECE638132}" presName="spaceRect" presStyleCnt="0"/>
      <dgm:spPr/>
    </dgm:pt>
    <dgm:pt modelId="{DF554B88-7492-4BBC-B394-8BE477BAC423}" type="pres">
      <dgm:prSet presAssocID="{E371C755-B24F-4D7B-9B31-41DECE638132}" presName="parTx" presStyleLbl="revTx" presStyleIdx="0" presStyleCnt="4">
        <dgm:presLayoutVars>
          <dgm:chMax val="0"/>
          <dgm:chPref val="0"/>
        </dgm:presLayoutVars>
      </dgm:prSet>
      <dgm:spPr/>
    </dgm:pt>
    <dgm:pt modelId="{FBF6172A-E1D9-49E1-A5C6-7270658B9439}" type="pres">
      <dgm:prSet presAssocID="{93B20EA8-858C-4D61-AE7F-49B27873CBFB}" presName="sibTrans" presStyleCnt="0"/>
      <dgm:spPr/>
    </dgm:pt>
    <dgm:pt modelId="{CEF2258B-45D9-471B-8586-5CFDABD34C6D}" type="pres">
      <dgm:prSet presAssocID="{EA18B48D-58D3-47BE-A52A-91CAACC4343D}" presName="compNode" presStyleCnt="0"/>
      <dgm:spPr/>
    </dgm:pt>
    <dgm:pt modelId="{CB6E0991-2E5F-4BCF-96D1-FC9098F8B20F}" type="pres">
      <dgm:prSet presAssocID="{EA18B48D-58D3-47BE-A52A-91CAACC4343D}" presName="bgRect" presStyleLbl="bgShp" presStyleIdx="1" presStyleCnt="4"/>
      <dgm:spPr/>
    </dgm:pt>
    <dgm:pt modelId="{18838A72-EB5B-45E9-99E7-0128E3F87241}" type="pres">
      <dgm:prSet presAssocID="{EA18B48D-58D3-47BE-A52A-91CAACC4343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D8B3F9C-5A16-49CB-B040-D189EE2D1780}" type="pres">
      <dgm:prSet presAssocID="{EA18B48D-58D3-47BE-A52A-91CAACC4343D}" presName="spaceRect" presStyleCnt="0"/>
      <dgm:spPr/>
    </dgm:pt>
    <dgm:pt modelId="{C8C17BFE-1EBB-4D5F-8BBE-F7657AF56B56}" type="pres">
      <dgm:prSet presAssocID="{EA18B48D-58D3-47BE-A52A-91CAACC4343D}" presName="parTx" presStyleLbl="revTx" presStyleIdx="1" presStyleCnt="4">
        <dgm:presLayoutVars>
          <dgm:chMax val="0"/>
          <dgm:chPref val="0"/>
        </dgm:presLayoutVars>
      </dgm:prSet>
      <dgm:spPr/>
    </dgm:pt>
    <dgm:pt modelId="{383D8DC9-82BC-4064-840E-0D69A44562C4}" type="pres">
      <dgm:prSet presAssocID="{E18EC1E7-1482-4859-A595-0D2BAD59E9BB}" presName="sibTrans" presStyleCnt="0"/>
      <dgm:spPr/>
    </dgm:pt>
    <dgm:pt modelId="{A7412520-D318-4FE8-98EC-9B6178450C7E}" type="pres">
      <dgm:prSet presAssocID="{9F4AB1FE-288D-4870-95D6-E7596D818AA9}" presName="compNode" presStyleCnt="0"/>
      <dgm:spPr/>
    </dgm:pt>
    <dgm:pt modelId="{0E514272-09B5-4CE8-8ADE-09FC6859F583}" type="pres">
      <dgm:prSet presAssocID="{9F4AB1FE-288D-4870-95D6-E7596D818AA9}" presName="bgRect" presStyleLbl="bgShp" presStyleIdx="2" presStyleCnt="4"/>
      <dgm:spPr/>
    </dgm:pt>
    <dgm:pt modelId="{EDA2F8EA-A4DE-4996-9C50-D449D799A777}" type="pres">
      <dgm:prSet presAssocID="{9F4AB1FE-288D-4870-95D6-E7596D818AA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DD4263B-8553-40E8-9014-D5FC686B1050}" type="pres">
      <dgm:prSet presAssocID="{9F4AB1FE-288D-4870-95D6-E7596D818AA9}" presName="spaceRect" presStyleCnt="0"/>
      <dgm:spPr/>
    </dgm:pt>
    <dgm:pt modelId="{AC4E66AE-7158-438D-9F1F-1EDFCDE390D7}" type="pres">
      <dgm:prSet presAssocID="{9F4AB1FE-288D-4870-95D6-E7596D818AA9}" presName="parTx" presStyleLbl="revTx" presStyleIdx="2" presStyleCnt="4">
        <dgm:presLayoutVars>
          <dgm:chMax val="0"/>
          <dgm:chPref val="0"/>
        </dgm:presLayoutVars>
      </dgm:prSet>
      <dgm:spPr/>
    </dgm:pt>
    <dgm:pt modelId="{27F8F84D-89AA-4FF6-AA9C-A80C40A174C1}" type="pres">
      <dgm:prSet presAssocID="{B6FF378F-44EC-4B19-9F26-84B2C420EE97}" presName="sibTrans" presStyleCnt="0"/>
      <dgm:spPr/>
    </dgm:pt>
    <dgm:pt modelId="{3DB951B6-CD63-4956-B03F-4F6FDDB0320A}" type="pres">
      <dgm:prSet presAssocID="{97721D3C-3118-432D-A08D-53DBBE1D51B7}" presName="compNode" presStyleCnt="0"/>
      <dgm:spPr/>
    </dgm:pt>
    <dgm:pt modelId="{7AD7F354-98C8-4BC0-915B-151FE6A5231E}" type="pres">
      <dgm:prSet presAssocID="{97721D3C-3118-432D-A08D-53DBBE1D51B7}" presName="bgRect" presStyleLbl="bgShp" presStyleIdx="3" presStyleCnt="4"/>
      <dgm:spPr/>
    </dgm:pt>
    <dgm:pt modelId="{5B88D714-67E9-4458-B7DD-B14FF07E82DE}" type="pres">
      <dgm:prSet presAssocID="{97721D3C-3118-432D-A08D-53DBBE1D51B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50903ED7-FFF9-4FE6-8AF6-BD20CF0D4566}" type="pres">
      <dgm:prSet presAssocID="{97721D3C-3118-432D-A08D-53DBBE1D51B7}" presName="spaceRect" presStyleCnt="0"/>
      <dgm:spPr/>
    </dgm:pt>
    <dgm:pt modelId="{7F76C624-5D5A-447C-8005-A465A062A5E3}" type="pres">
      <dgm:prSet presAssocID="{97721D3C-3118-432D-A08D-53DBBE1D51B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9D5542C-2C81-4402-9E1D-77E6EF857804}" type="presOf" srcId="{EA18B48D-58D3-47BE-A52A-91CAACC4343D}" destId="{C8C17BFE-1EBB-4D5F-8BBE-F7657AF56B56}" srcOrd="0" destOrd="0" presId="urn:microsoft.com/office/officeart/2018/2/layout/IconVerticalSolidList"/>
    <dgm:cxn modelId="{6A452935-0C76-4236-A9D6-9BFCEEAC3F94}" type="presOf" srcId="{97721D3C-3118-432D-A08D-53DBBE1D51B7}" destId="{7F76C624-5D5A-447C-8005-A465A062A5E3}" srcOrd="0" destOrd="0" presId="urn:microsoft.com/office/officeart/2018/2/layout/IconVerticalSolidList"/>
    <dgm:cxn modelId="{A51A1566-758A-4AB8-96C9-B433C942BD1B}" srcId="{A9FEC4C4-2E48-4044-8ED9-2143881F721C}" destId="{9F4AB1FE-288D-4870-95D6-E7596D818AA9}" srcOrd="2" destOrd="0" parTransId="{F25410AC-983E-4EED-A3EA-F30F1D426B6E}" sibTransId="{B6FF378F-44EC-4B19-9F26-84B2C420EE97}"/>
    <dgm:cxn modelId="{2E82456A-23D6-4AD5-92C8-72FAAC40B764}" srcId="{A9FEC4C4-2E48-4044-8ED9-2143881F721C}" destId="{E371C755-B24F-4D7B-9B31-41DECE638132}" srcOrd="0" destOrd="0" parTransId="{E224B207-FD25-4197-983F-000B3F0D6ACB}" sibTransId="{93B20EA8-858C-4D61-AE7F-49B27873CBFB}"/>
    <dgm:cxn modelId="{226706AA-2074-4694-A836-B85A6766C85A}" srcId="{A9FEC4C4-2E48-4044-8ED9-2143881F721C}" destId="{EA18B48D-58D3-47BE-A52A-91CAACC4343D}" srcOrd="1" destOrd="0" parTransId="{5D94DB52-2F87-4A2D-AAC9-6DFC27B983FD}" sibTransId="{E18EC1E7-1482-4859-A595-0D2BAD59E9BB}"/>
    <dgm:cxn modelId="{70FCC6B4-D919-4E91-8F34-25876631B2EC}" type="presOf" srcId="{E371C755-B24F-4D7B-9B31-41DECE638132}" destId="{DF554B88-7492-4BBC-B394-8BE477BAC423}" srcOrd="0" destOrd="0" presId="urn:microsoft.com/office/officeart/2018/2/layout/IconVerticalSolidList"/>
    <dgm:cxn modelId="{92AED6BF-B2FB-480A-8FC4-CE586CE1EF52}" type="presOf" srcId="{9F4AB1FE-288D-4870-95D6-E7596D818AA9}" destId="{AC4E66AE-7158-438D-9F1F-1EDFCDE390D7}" srcOrd="0" destOrd="0" presId="urn:microsoft.com/office/officeart/2018/2/layout/IconVerticalSolidList"/>
    <dgm:cxn modelId="{1F6E7BEB-74B2-433D-83A0-423E38407D7F}" srcId="{A9FEC4C4-2E48-4044-8ED9-2143881F721C}" destId="{97721D3C-3118-432D-A08D-53DBBE1D51B7}" srcOrd="3" destOrd="0" parTransId="{51CEC6AE-B313-4389-8662-EFA726615451}" sibTransId="{D7077DD0-A9A6-4D84-BFA0-497EBB057DB9}"/>
    <dgm:cxn modelId="{2455DEFE-CC1D-4F21-BFF6-29B1335AB770}" type="presOf" srcId="{A9FEC4C4-2E48-4044-8ED9-2143881F721C}" destId="{B292CAA8-A117-4DDB-9441-01D97EF07D16}" srcOrd="0" destOrd="0" presId="urn:microsoft.com/office/officeart/2018/2/layout/IconVerticalSolidList"/>
    <dgm:cxn modelId="{3F91797F-F5F6-49F2-8797-D9C594E23E09}" type="presParOf" srcId="{B292CAA8-A117-4DDB-9441-01D97EF07D16}" destId="{9E4C9FEE-8ACC-4792-8DCA-73A0CB860C76}" srcOrd="0" destOrd="0" presId="urn:microsoft.com/office/officeart/2018/2/layout/IconVerticalSolidList"/>
    <dgm:cxn modelId="{5B4E7EFA-432C-4EC5-867E-00A8A5A8FBAE}" type="presParOf" srcId="{9E4C9FEE-8ACC-4792-8DCA-73A0CB860C76}" destId="{B6E8FE38-0394-4954-A12B-1E06D19BDC59}" srcOrd="0" destOrd="0" presId="urn:microsoft.com/office/officeart/2018/2/layout/IconVerticalSolidList"/>
    <dgm:cxn modelId="{6B1E3364-2966-407E-8E24-BFD174232D71}" type="presParOf" srcId="{9E4C9FEE-8ACC-4792-8DCA-73A0CB860C76}" destId="{CDA74782-4DCF-4616-9283-8DC2641494B3}" srcOrd="1" destOrd="0" presId="urn:microsoft.com/office/officeart/2018/2/layout/IconVerticalSolidList"/>
    <dgm:cxn modelId="{7ABD9F43-88CE-4292-BA68-36ED73D50BD2}" type="presParOf" srcId="{9E4C9FEE-8ACC-4792-8DCA-73A0CB860C76}" destId="{1F1B5968-3BEA-4BBF-9DFD-7BEAA7C9ED23}" srcOrd="2" destOrd="0" presId="urn:microsoft.com/office/officeart/2018/2/layout/IconVerticalSolidList"/>
    <dgm:cxn modelId="{48E0422C-3489-498B-8E04-FE64A86E38E9}" type="presParOf" srcId="{9E4C9FEE-8ACC-4792-8DCA-73A0CB860C76}" destId="{DF554B88-7492-4BBC-B394-8BE477BAC423}" srcOrd="3" destOrd="0" presId="urn:microsoft.com/office/officeart/2018/2/layout/IconVerticalSolidList"/>
    <dgm:cxn modelId="{753EC9FB-1A5E-422B-ABA8-1D803837875D}" type="presParOf" srcId="{B292CAA8-A117-4DDB-9441-01D97EF07D16}" destId="{FBF6172A-E1D9-49E1-A5C6-7270658B9439}" srcOrd="1" destOrd="0" presId="urn:microsoft.com/office/officeart/2018/2/layout/IconVerticalSolidList"/>
    <dgm:cxn modelId="{44900E7F-1F05-4CD7-A996-EC430BF97AC3}" type="presParOf" srcId="{B292CAA8-A117-4DDB-9441-01D97EF07D16}" destId="{CEF2258B-45D9-471B-8586-5CFDABD34C6D}" srcOrd="2" destOrd="0" presId="urn:microsoft.com/office/officeart/2018/2/layout/IconVerticalSolidList"/>
    <dgm:cxn modelId="{F27E12CB-5B11-40A8-9EE2-339E8916E6CE}" type="presParOf" srcId="{CEF2258B-45D9-471B-8586-5CFDABD34C6D}" destId="{CB6E0991-2E5F-4BCF-96D1-FC9098F8B20F}" srcOrd="0" destOrd="0" presId="urn:microsoft.com/office/officeart/2018/2/layout/IconVerticalSolidList"/>
    <dgm:cxn modelId="{F42ED8F3-E6AA-4653-8D48-763D1435A027}" type="presParOf" srcId="{CEF2258B-45D9-471B-8586-5CFDABD34C6D}" destId="{18838A72-EB5B-45E9-99E7-0128E3F87241}" srcOrd="1" destOrd="0" presId="urn:microsoft.com/office/officeart/2018/2/layout/IconVerticalSolidList"/>
    <dgm:cxn modelId="{90F115E1-C149-4200-916E-5DECFDA8A7C3}" type="presParOf" srcId="{CEF2258B-45D9-471B-8586-5CFDABD34C6D}" destId="{6D8B3F9C-5A16-49CB-B040-D189EE2D1780}" srcOrd="2" destOrd="0" presId="urn:microsoft.com/office/officeart/2018/2/layout/IconVerticalSolidList"/>
    <dgm:cxn modelId="{AA53DA7E-06D5-4F93-AA2E-9DAC6897F670}" type="presParOf" srcId="{CEF2258B-45D9-471B-8586-5CFDABD34C6D}" destId="{C8C17BFE-1EBB-4D5F-8BBE-F7657AF56B56}" srcOrd="3" destOrd="0" presId="urn:microsoft.com/office/officeart/2018/2/layout/IconVerticalSolidList"/>
    <dgm:cxn modelId="{54BF1C43-C440-4C79-8735-B911CDF93B86}" type="presParOf" srcId="{B292CAA8-A117-4DDB-9441-01D97EF07D16}" destId="{383D8DC9-82BC-4064-840E-0D69A44562C4}" srcOrd="3" destOrd="0" presId="urn:microsoft.com/office/officeart/2018/2/layout/IconVerticalSolidList"/>
    <dgm:cxn modelId="{B047C29B-DA77-48EB-8ECD-3BCB48134A03}" type="presParOf" srcId="{B292CAA8-A117-4DDB-9441-01D97EF07D16}" destId="{A7412520-D318-4FE8-98EC-9B6178450C7E}" srcOrd="4" destOrd="0" presId="urn:microsoft.com/office/officeart/2018/2/layout/IconVerticalSolidList"/>
    <dgm:cxn modelId="{945F4E41-994E-4AA9-B8DD-AEBF946BE94F}" type="presParOf" srcId="{A7412520-D318-4FE8-98EC-9B6178450C7E}" destId="{0E514272-09B5-4CE8-8ADE-09FC6859F583}" srcOrd="0" destOrd="0" presId="urn:microsoft.com/office/officeart/2018/2/layout/IconVerticalSolidList"/>
    <dgm:cxn modelId="{4935EE74-9D4B-450C-BD63-74878F2B49BA}" type="presParOf" srcId="{A7412520-D318-4FE8-98EC-9B6178450C7E}" destId="{EDA2F8EA-A4DE-4996-9C50-D449D799A777}" srcOrd="1" destOrd="0" presId="urn:microsoft.com/office/officeart/2018/2/layout/IconVerticalSolidList"/>
    <dgm:cxn modelId="{DF0A3262-64F9-4ACE-8097-A4D2339C170A}" type="presParOf" srcId="{A7412520-D318-4FE8-98EC-9B6178450C7E}" destId="{7DD4263B-8553-40E8-9014-D5FC686B1050}" srcOrd="2" destOrd="0" presId="urn:microsoft.com/office/officeart/2018/2/layout/IconVerticalSolidList"/>
    <dgm:cxn modelId="{6638E577-78ED-44FD-9449-EAD21BFC099C}" type="presParOf" srcId="{A7412520-D318-4FE8-98EC-9B6178450C7E}" destId="{AC4E66AE-7158-438D-9F1F-1EDFCDE390D7}" srcOrd="3" destOrd="0" presId="urn:microsoft.com/office/officeart/2018/2/layout/IconVerticalSolidList"/>
    <dgm:cxn modelId="{F192529C-0EF4-48C8-B283-E936133AB55F}" type="presParOf" srcId="{B292CAA8-A117-4DDB-9441-01D97EF07D16}" destId="{27F8F84D-89AA-4FF6-AA9C-A80C40A174C1}" srcOrd="5" destOrd="0" presId="urn:microsoft.com/office/officeart/2018/2/layout/IconVerticalSolidList"/>
    <dgm:cxn modelId="{6EE42960-AD24-4CD8-BCAC-1808528A916C}" type="presParOf" srcId="{B292CAA8-A117-4DDB-9441-01D97EF07D16}" destId="{3DB951B6-CD63-4956-B03F-4F6FDDB0320A}" srcOrd="6" destOrd="0" presId="urn:microsoft.com/office/officeart/2018/2/layout/IconVerticalSolidList"/>
    <dgm:cxn modelId="{D1D5A734-ECA8-49CA-B411-5CFE08A30FE5}" type="presParOf" srcId="{3DB951B6-CD63-4956-B03F-4F6FDDB0320A}" destId="{7AD7F354-98C8-4BC0-915B-151FE6A5231E}" srcOrd="0" destOrd="0" presId="urn:microsoft.com/office/officeart/2018/2/layout/IconVerticalSolidList"/>
    <dgm:cxn modelId="{C72895F6-05A5-4A2A-B031-4823C934494C}" type="presParOf" srcId="{3DB951B6-CD63-4956-B03F-4F6FDDB0320A}" destId="{5B88D714-67E9-4458-B7DD-B14FF07E82DE}" srcOrd="1" destOrd="0" presId="urn:microsoft.com/office/officeart/2018/2/layout/IconVerticalSolidList"/>
    <dgm:cxn modelId="{336469BE-83CB-4305-9FF8-77D81D104AE2}" type="presParOf" srcId="{3DB951B6-CD63-4956-B03F-4F6FDDB0320A}" destId="{50903ED7-FFF9-4FE6-8AF6-BD20CF0D4566}" srcOrd="2" destOrd="0" presId="urn:microsoft.com/office/officeart/2018/2/layout/IconVerticalSolidList"/>
    <dgm:cxn modelId="{D0CD2D83-E356-4AA8-AA20-64339E911345}" type="presParOf" srcId="{3DB951B6-CD63-4956-B03F-4F6FDDB0320A}" destId="{7F76C624-5D5A-447C-8005-A465A062A5E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43D1F5-5C2C-41E6-B199-6FC933A0EE2D}">
      <dsp:nvSpPr>
        <dsp:cNvPr id="0" name=""/>
        <dsp:cNvSpPr/>
      </dsp:nvSpPr>
      <dsp:spPr>
        <a:xfrm>
          <a:off x="632382" y="389360"/>
          <a:ext cx="1784250" cy="178425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9F149C-9E5B-4893-B244-06471754D81D}">
      <dsp:nvSpPr>
        <dsp:cNvPr id="0" name=""/>
        <dsp:cNvSpPr/>
      </dsp:nvSpPr>
      <dsp:spPr>
        <a:xfrm>
          <a:off x="1012632" y="769610"/>
          <a:ext cx="1023750" cy="10237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F01946-2F51-4C40-8069-2BD6BA3D0DD5}">
      <dsp:nvSpPr>
        <dsp:cNvPr id="0" name=""/>
        <dsp:cNvSpPr/>
      </dsp:nvSpPr>
      <dsp:spPr>
        <a:xfrm>
          <a:off x="62007" y="2729361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Property price variation across locations is unclear</a:t>
          </a:r>
        </a:p>
      </dsp:txBody>
      <dsp:txXfrm>
        <a:off x="62007" y="2729361"/>
        <a:ext cx="2925000" cy="720000"/>
      </dsp:txXfrm>
    </dsp:sp>
    <dsp:sp modelId="{D2A71C4F-373E-4C7F-A54B-8ECC9B71DF27}">
      <dsp:nvSpPr>
        <dsp:cNvPr id="0" name=""/>
        <dsp:cNvSpPr/>
      </dsp:nvSpPr>
      <dsp:spPr>
        <a:xfrm>
          <a:off x="4069257" y="389360"/>
          <a:ext cx="1784250" cy="178425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E031C0-DF9D-4F51-8D3E-CB39A41C5DA7}">
      <dsp:nvSpPr>
        <dsp:cNvPr id="0" name=""/>
        <dsp:cNvSpPr/>
      </dsp:nvSpPr>
      <dsp:spPr>
        <a:xfrm>
          <a:off x="4449507" y="769610"/>
          <a:ext cx="1023750" cy="10237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6E7C61-37EB-43C7-AF01-4F5FCD26F7DA}">
      <dsp:nvSpPr>
        <dsp:cNvPr id="0" name=""/>
        <dsp:cNvSpPr/>
      </dsp:nvSpPr>
      <dsp:spPr>
        <a:xfrm>
          <a:off x="3498882" y="2729361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Buyers lack data-driven decision support</a:t>
          </a:r>
        </a:p>
      </dsp:txBody>
      <dsp:txXfrm>
        <a:off x="3498882" y="2729361"/>
        <a:ext cx="2925000" cy="720000"/>
      </dsp:txXfrm>
    </dsp:sp>
    <dsp:sp modelId="{7F9EAB3C-F29E-489B-ABE4-4FF44559A9EC}">
      <dsp:nvSpPr>
        <dsp:cNvPr id="0" name=""/>
        <dsp:cNvSpPr/>
      </dsp:nvSpPr>
      <dsp:spPr>
        <a:xfrm>
          <a:off x="7506132" y="389360"/>
          <a:ext cx="1784250" cy="178425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13EBD2-FE7D-44D8-85CB-2FB9E54F513E}">
      <dsp:nvSpPr>
        <dsp:cNvPr id="0" name=""/>
        <dsp:cNvSpPr/>
      </dsp:nvSpPr>
      <dsp:spPr>
        <a:xfrm>
          <a:off x="7886382" y="769610"/>
          <a:ext cx="1023750" cy="10237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53948F-A1FB-464F-B3C8-FE93DCE08DB6}">
      <dsp:nvSpPr>
        <dsp:cNvPr id="0" name=""/>
        <dsp:cNvSpPr/>
      </dsp:nvSpPr>
      <dsp:spPr>
        <a:xfrm>
          <a:off x="6935757" y="2729361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Understanding market trends is difficult</a:t>
          </a:r>
        </a:p>
      </dsp:txBody>
      <dsp:txXfrm>
        <a:off x="6935757" y="2729361"/>
        <a:ext cx="2925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C85265-96F6-431D-B795-26103C26D2AC}">
      <dsp:nvSpPr>
        <dsp:cNvPr id="0" name=""/>
        <dsp:cNvSpPr/>
      </dsp:nvSpPr>
      <dsp:spPr>
        <a:xfrm>
          <a:off x="4360" y="684880"/>
          <a:ext cx="1906546" cy="11439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✔ Removed irrelevant data</a:t>
          </a:r>
        </a:p>
      </dsp:txBody>
      <dsp:txXfrm>
        <a:off x="37865" y="718385"/>
        <a:ext cx="1839536" cy="1076918"/>
      </dsp:txXfrm>
    </dsp:sp>
    <dsp:sp modelId="{ACB48677-98F4-41E0-85AB-FF1FB88D4647}">
      <dsp:nvSpPr>
        <dsp:cNvPr id="0" name=""/>
        <dsp:cNvSpPr/>
      </dsp:nvSpPr>
      <dsp:spPr>
        <a:xfrm>
          <a:off x="2078683" y="1020432"/>
          <a:ext cx="404187" cy="4728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2078683" y="1114997"/>
        <a:ext cx="282931" cy="283693"/>
      </dsp:txXfrm>
    </dsp:sp>
    <dsp:sp modelId="{645544C0-2992-42EE-9821-25E83D21B382}">
      <dsp:nvSpPr>
        <dsp:cNvPr id="0" name=""/>
        <dsp:cNvSpPr/>
      </dsp:nvSpPr>
      <dsp:spPr>
        <a:xfrm>
          <a:off x="2673525" y="684880"/>
          <a:ext cx="1906546" cy="11439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✔ Filled missing values intelligently</a:t>
          </a:r>
        </a:p>
      </dsp:txBody>
      <dsp:txXfrm>
        <a:off x="2707030" y="718385"/>
        <a:ext cx="1839536" cy="1076918"/>
      </dsp:txXfrm>
    </dsp:sp>
    <dsp:sp modelId="{2B680CE3-3E80-4E0C-9D5B-5764C0E201DB}">
      <dsp:nvSpPr>
        <dsp:cNvPr id="0" name=""/>
        <dsp:cNvSpPr/>
      </dsp:nvSpPr>
      <dsp:spPr>
        <a:xfrm>
          <a:off x="4747848" y="1020432"/>
          <a:ext cx="404187" cy="4728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4747848" y="1114997"/>
        <a:ext cx="282931" cy="283693"/>
      </dsp:txXfrm>
    </dsp:sp>
    <dsp:sp modelId="{AC534321-5B4C-4749-BA9E-84A44BFF3516}">
      <dsp:nvSpPr>
        <dsp:cNvPr id="0" name=""/>
        <dsp:cNvSpPr/>
      </dsp:nvSpPr>
      <dsp:spPr>
        <a:xfrm>
          <a:off x="5342691" y="684880"/>
          <a:ext cx="1906546" cy="11439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✔ Preserved maximum information</a:t>
          </a:r>
        </a:p>
      </dsp:txBody>
      <dsp:txXfrm>
        <a:off x="5376196" y="718385"/>
        <a:ext cx="1839536" cy="1076918"/>
      </dsp:txXfrm>
    </dsp:sp>
    <dsp:sp modelId="{6ED883CE-212D-4B68-AF31-55635FE776F5}">
      <dsp:nvSpPr>
        <dsp:cNvPr id="0" name=""/>
        <dsp:cNvSpPr/>
      </dsp:nvSpPr>
      <dsp:spPr>
        <a:xfrm>
          <a:off x="7417014" y="1020432"/>
          <a:ext cx="404187" cy="4728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7417014" y="1114997"/>
        <a:ext cx="282931" cy="283693"/>
      </dsp:txXfrm>
    </dsp:sp>
    <dsp:sp modelId="{11BDCF6C-58FB-4D0A-860F-C4D0A786D54D}">
      <dsp:nvSpPr>
        <dsp:cNvPr id="0" name=""/>
        <dsp:cNvSpPr/>
      </dsp:nvSpPr>
      <dsp:spPr>
        <a:xfrm>
          <a:off x="8011856" y="684880"/>
          <a:ext cx="1906546" cy="11439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✔ Created BHK feature</a:t>
          </a:r>
        </a:p>
      </dsp:txBody>
      <dsp:txXfrm>
        <a:off x="8045361" y="718385"/>
        <a:ext cx="1839536" cy="10769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E8FE38-0394-4954-A12B-1E06D19BDC59}">
      <dsp:nvSpPr>
        <dsp:cNvPr id="0" name=""/>
        <dsp:cNvSpPr/>
      </dsp:nvSpPr>
      <dsp:spPr>
        <a:xfrm>
          <a:off x="0" y="2371"/>
          <a:ext cx="6096000" cy="12021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A74782-4DCF-4616-9283-8DC2641494B3}">
      <dsp:nvSpPr>
        <dsp:cNvPr id="0" name=""/>
        <dsp:cNvSpPr/>
      </dsp:nvSpPr>
      <dsp:spPr>
        <a:xfrm>
          <a:off x="363653" y="272857"/>
          <a:ext cx="661187" cy="661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554B88-7492-4BBC-B394-8BE477BAC423}">
      <dsp:nvSpPr>
        <dsp:cNvPr id="0" name=""/>
        <dsp:cNvSpPr/>
      </dsp:nvSpPr>
      <dsp:spPr>
        <a:xfrm>
          <a:off x="1388493" y="2371"/>
          <a:ext cx="4707506" cy="1202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228" tIns="127228" rIns="127228" bIns="12722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✔ Helps buyers choose better locations</a:t>
          </a:r>
        </a:p>
      </dsp:txBody>
      <dsp:txXfrm>
        <a:off x="1388493" y="2371"/>
        <a:ext cx="4707506" cy="1202158"/>
      </dsp:txXfrm>
    </dsp:sp>
    <dsp:sp modelId="{CB6E0991-2E5F-4BCF-96D1-FC9098F8B20F}">
      <dsp:nvSpPr>
        <dsp:cNvPr id="0" name=""/>
        <dsp:cNvSpPr/>
      </dsp:nvSpPr>
      <dsp:spPr>
        <a:xfrm>
          <a:off x="0" y="1505070"/>
          <a:ext cx="6096000" cy="12021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838A72-EB5B-45E9-99E7-0128E3F87241}">
      <dsp:nvSpPr>
        <dsp:cNvPr id="0" name=""/>
        <dsp:cNvSpPr/>
      </dsp:nvSpPr>
      <dsp:spPr>
        <a:xfrm>
          <a:off x="363653" y="1775556"/>
          <a:ext cx="661187" cy="661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C17BFE-1EBB-4D5F-8BBE-F7657AF56B56}">
      <dsp:nvSpPr>
        <dsp:cNvPr id="0" name=""/>
        <dsp:cNvSpPr/>
      </dsp:nvSpPr>
      <dsp:spPr>
        <a:xfrm>
          <a:off x="1388493" y="1505070"/>
          <a:ext cx="4707506" cy="1202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228" tIns="127228" rIns="127228" bIns="12722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✔ Supports investment decisions</a:t>
          </a:r>
        </a:p>
      </dsp:txBody>
      <dsp:txXfrm>
        <a:off x="1388493" y="1505070"/>
        <a:ext cx="4707506" cy="1202158"/>
      </dsp:txXfrm>
    </dsp:sp>
    <dsp:sp modelId="{0E514272-09B5-4CE8-8ADE-09FC6859F583}">
      <dsp:nvSpPr>
        <dsp:cNvPr id="0" name=""/>
        <dsp:cNvSpPr/>
      </dsp:nvSpPr>
      <dsp:spPr>
        <a:xfrm>
          <a:off x="0" y="3007769"/>
          <a:ext cx="6096000" cy="12021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A2F8EA-A4DE-4996-9C50-D449D799A777}">
      <dsp:nvSpPr>
        <dsp:cNvPr id="0" name=""/>
        <dsp:cNvSpPr/>
      </dsp:nvSpPr>
      <dsp:spPr>
        <a:xfrm>
          <a:off x="363653" y="3278255"/>
          <a:ext cx="661187" cy="661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4E66AE-7158-438D-9F1F-1EDFCDE390D7}">
      <dsp:nvSpPr>
        <dsp:cNvPr id="0" name=""/>
        <dsp:cNvSpPr/>
      </dsp:nvSpPr>
      <dsp:spPr>
        <a:xfrm>
          <a:off x="1388493" y="3007769"/>
          <a:ext cx="4707506" cy="1202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228" tIns="127228" rIns="127228" bIns="12722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✔ Enables data-driven real estate analysis</a:t>
          </a:r>
        </a:p>
      </dsp:txBody>
      <dsp:txXfrm>
        <a:off x="1388493" y="3007769"/>
        <a:ext cx="4707506" cy="1202158"/>
      </dsp:txXfrm>
    </dsp:sp>
    <dsp:sp modelId="{7AD7F354-98C8-4BC0-915B-151FE6A5231E}">
      <dsp:nvSpPr>
        <dsp:cNvPr id="0" name=""/>
        <dsp:cNvSpPr/>
      </dsp:nvSpPr>
      <dsp:spPr>
        <a:xfrm>
          <a:off x="0" y="4510468"/>
          <a:ext cx="6096000" cy="12021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88D714-67E9-4458-B7DD-B14FF07E82DE}">
      <dsp:nvSpPr>
        <dsp:cNvPr id="0" name=""/>
        <dsp:cNvSpPr/>
      </dsp:nvSpPr>
      <dsp:spPr>
        <a:xfrm>
          <a:off x="363653" y="4780953"/>
          <a:ext cx="661187" cy="66118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76C624-5D5A-447C-8005-A465A062A5E3}">
      <dsp:nvSpPr>
        <dsp:cNvPr id="0" name=""/>
        <dsp:cNvSpPr/>
      </dsp:nvSpPr>
      <dsp:spPr>
        <a:xfrm>
          <a:off x="1388493" y="4510468"/>
          <a:ext cx="4707506" cy="12021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228" tIns="127228" rIns="127228" bIns="12722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✔ Foundation for price prediction systems</a:t>
          </a:r>
        </a:p>
      </dsp:txBody>
      <dsp:txXfrm>
        <a:off x="1388493" y="4510468"/>
        <a:ext cx="4707506" cy="12021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83D70-91AA-429A-BD57-1CB6792B3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1078030"/>
            <a:ext cx="9288096" cy="2956718"/>
          </a:xfrm>
        </p:spPr>
        <p:txBody>
          <a:bodyPr anchor="t">
            <a:noAutofit/>
          </a:bodyPr>
          <a:lstStyle>
            <a:lvl1pPr algn="l">
              <a:defRPr sz="66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4455621"/>
            <a:ext cx="9288096" cy="1435331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144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085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8007D-9B1D-4E2C-B38F-29C682099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9127"/>
            <a:ext cx="9272260" cy="3472874"/>
          </a:xfrm>
        </p:spPr>
        <p:txBody>
          <a:bodyPr anchor="t">
            <a:normAutofit/>
          </a:bodyPr>
          <a:lstStyle>
            <a:lvl1pPr>
              <a:defRPr sz="4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0C51B-B525-4032-9D08-2978D7367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0939" y="4572000"/>
            <a:ext cx="9272262" cy="1320801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68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9890066" cy="129422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591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84333"/>
            <a:ext cx="9949455" cy="83885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288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741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8B02B-A32A-4383-BBC7-0C383390A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FF7E77-47E0-4F9E-9148-8D0C59C0C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005A2-ECF0-4759-A17B-FDECE8068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3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1DD4B-5676-477E-8C52-4C1CF160F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4448"/>
            <a:ext cx="3785860" cy="1554362"/>
          </a:xfrm>
        </p:spPr>
        <p:txBody>
          <a:bodyPr anchor="t">
            <a:normAutofit/>
          </a:bodyPr>
          <a:lstStyle>
            <a:lvl1pPr>
              <a:defRPr sz="28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A3E63-EB15-4D82-BF2B-36BB030C4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500" y="922689"/>
            <a:ext cx="548600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E994E-BAB7-43DC-A0E4-C779CF2A33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0940" y="2701254"/>
            <a:ext cx="3785860" cy="316773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EFAAA-1B70-42AA-ADCC-F49B58132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C7B6CC-1C13-4F34-AC86-CCD442C8C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F1B638-9061-41AD-AF47-73A4AF8B7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522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F3C43-1676-4A29-83F9-D788ED2E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7280"/>
            <a:ext cx="3785860" cy="1559740"/>
          </a:xfrm>
        </p:spPr>
        <p:txBody>
          <a:bodyPr anchor="t">
            <a:normAutofit/>
          </a:bodyPr>
          <a:lstStyle>
            <a:lvl1pPr>
              <a:defRPr sz="28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14A903-97C7-4349-B8CE-1BBED1942E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4500" y="1143000"/>
            <a:ext cx="5486400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0A9F58-4AEB-4286-98F7-3C77AA913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0940" y="2697480"/>
            <a:ext cx="3785860" cy="30934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55A58-F085-4500-AF61-045B12C8F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36470-561D-49AE-AC84-B79D483FD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F2BE2-DF21-4683-9D5F-849A525FD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136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6C900-05BC-4021-B69F-2DAF974B7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26E227-253A-44A0-9404-1CFD8CE41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350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2CF945-D70F-49C1-8CE5-5758C11660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82100" y="1091381"/>
            <a:ext cx="2171700" cy="495336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FDB721-04AA-4330-8045-3F2D9BB4BC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091381"/>
            <a:ext cx="8265340" cy="4953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18C15-991C-4C71-8DCD-DB3B38888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28CC3-5830-4EFA-B28E-1648904DE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A91B6-E419-4483-9B66-3C758788B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E447C6A-78C3-4687-9A71-A05DBF6700DE}"/>
              </a:ext>
            </a:extLst>
          </p:cNvPr>
          <p:cNvCxnSpPr>
            <a:cxnSpLocks/>
          </p:cNvCxnSpPr>
          <p:nvPr/>
        </p:nvCxnSpPr>
        <p:spPr>
          <a:xfrm>
            <a:off x="11387805" y="118520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62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12942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447778"/>
            <a:ext cx="9922764" cy="3838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15200" y="6389688"/>
            <a:ext cx="36953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A1E45834-53BD-4C8F-B791-CD5378F4150E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940" y="6389688"/>
            <a:ext cx="44335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190" y="6389688"/>
            <a:ext cx="9402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8689CE0-64D2-447C-9C1F-872D111D8AC3}"/>
              </a:ext>
            </a:extLst>
          </p:cNvPr>
          <p:cNvCxnSpPr>
            <a:cxnSpLocks/>
          </p:cNvCxnSpPr>
          <p:nvPr/>
        </p:nvCxnSpPr>
        <p:spPr>
          <a:xfrm>
            <a:off x="0" y="118520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8096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2" r:id="rId3"/>
    <p:sldLayoutId id="2147483863" r:id="rId4"/>
    <p:sldLayoutId id="2147483864" r:id="rId5"/>
    <p:sldLayoutId id="2147483858" r:id="rId6"/>
    <p:sldLayoutId id="2147483854" r:id="rId7"/>
    <p:sldLayoutId id="2147483855" r:id="rId8"/>
    <p:sldLayoutId id="2147483856" r:id="rId9"/>
    <p:sldLayoutId id="2147483857" r:id="rId10"/>
    <p:sldLayoutId id="21474838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Neue Haas Grotesk Text Pro" panose="020B05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8689CE0-64D2-447C-9C1F-872D111D8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18520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DEC710E4-D509-455C-A8D8-F6A63F2DA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53B3D5-CC18-661B-DE3D-2F264A84C6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1069848"/>
            <a:ext cx="5376663" cy="35014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100" b="1" kern="1200" cap="none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Smart Insights into the Bengaluru Housing Market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262BD49-B7E7-4E8C-8604-06EA1F5F7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08473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ubtitle 4">
            <a:extLst>
              <a:ext uri="{FF2B5EF4-FFF2-40B4-BE49-F238E27FC236}">
                <a16:creationId xmlns:a16="http://schemas.microsoft.com/office/drawing/2014/main" id="{5A043FF9-875D-9E38-BC0F-1C9F0CA0C2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1072" y="2349046"/>
            <a:ext cx="3972792" cy="5150881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130000"/>
              </a:lnSpc>
              <a:buFont typeface="Neue Haas Grotesk Text Pro" panose="020B0504020202020204" pitchFamily="34" charset="0"/>
              <a:buChar char="-"/>
            </a:pPr>
            <a:r>
              <a:rPr lang="en-US" b="1" dirty="0"/>
              <a:t>Subtitle:</a:t>
            </a:r>
            <a:br>
              <a:rPr lang="en-US" dirty="0"/>
            </a:br>
            <a:r>
              <a:rPr lang="en-US" dirty="0"/>
              <a:t>Exploratory Data Analysis for Real Estate Intelligence</a:t>
            </a:r>
          </a:p>
          <a:p>
            <a:pPr indent="-228600">
              <a:lnSpc>
                <a:spcPct val="130000"/>
              </a:lnSpc>
              <a:buFont typeface="Neue Haas Grotesk Text Pro" panose="020B0504020202020204" pitchFamily="34" charset="0"/>
              <a:buChar char="-"/>
            </a:pPr>
            <a:r>
              <a:rPr lang="en-US" b="1" dirty="0"/>
              <a:t>Team Members</a:t>
            </a:r>
            <a:endParaRPr lang="en-US" dirty="0"/>
          </a:p>
          <a:p>
            <a:pPr indent="-228600">
              <a:lnSpc>
                <a:spcPct val="130000"/>
              </a:lnSpc>
              <a:buFont typeface="Neue Haas Grotesk Text Pro" panose="020B0504020202020204" pitchFamily="34" charset="0"/>
              <a:buChar char="-"/>
            </a:pPr>
            <a:r>
              <a:rPr lang="en-US" dirty="0"/>
              <a:t>Saniya</a:t>
            </a:r>
          </a:p>
          <a:p>
            <a:pPr indent="-228600">
              <a:lnSpc>
                <a:spcPct val="130000"/>
              </a:lnSpc>
              <a:buFont typeface="Neue Haas Grotesk Text Pro" panose="020B0504020202020204" pitchFamily="34" charset="0"/>
              <a:buChar char="-"/>
            </a:pPr>
            <a:r>
              <a:rPr lang="en-US" dirty="0" err="1"/>
              <a:t>Dhvani</a:t>
            </a:r>
            <a:endParaRPr lang="en-US" dirty="0"/>
          </a:p>
          <a:p>
            <a:pPr indent="-228600">
              <a:lnSpc>
                <a:spcPct val="130000"/>
              </a:lnSpc>
              <a:buFont typeface="Neue Haas Grotesk Text Pro" panose="020B0504020202020204" pitchFamily="34" charset="0"/>
              <a:buChar char="-"/>
            </a:pPr>
            <a:r>
              <a:rPr lang="en-US" dirty="0" err="1"/>
              <a:t>Yuva</a:t>
            </a:r>
            <a:endParaRPr lang="en-US" dirty="0"/>
          </a:p>
          <a:p>
            <a:pPr indent="-228600">
              <a:lnSpc>
                <a:spcPct val="130000"/>
              </a:lnSpc>
              <a:buFont typeface="Neue Haas Grotesk Text Pro" panose="020B0504020202020204" pitchFamily="34" charset="0"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233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D60B7-9415-3D15-79CE-F0B705219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Statement</a:t>
            </a:r>
            <a:endParaRPr lang="en-US" dirty="0"/>
          </a:p>
        </p:txBody>
      </p:sp>
      <p:graphicFrame>
        <p:nvGraphicFramePr>
          <p:cNvPr id="10" name="Content Placeholder 7">
            <a:extLst>
              <a:ext uri="{FF2B5EF4-FFF2-40B4-BE49-F238E27FC236}">
                <a16:creationId xmlns:a16="http://schemas.microsoft.com/office/drawing/2014/main" id="{E0CACEE9-B20F-63FF-7553-9AE0E0E0540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88136" y="2447778"/>
          <a:ext cx="9922764" cy="38387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49552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04FB942-04AE-4FBD-A7F6-EB481B24B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CD5984-BF54-D8CB-7695-7850CDC52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08" y="2223951"/>
            <a:ext cx="5506442" cy="3491049"/>
          </a:xfrm>
        </p:spPr>
        <p:txBody>
          <a:bodyPr>
            <a:normAutofit/>
          </a:bodyPr>
          <a:lstStyle/>
          <a:p>
            <a:r>
              <a:rPr lang="en-US" sz="6000"/>
              <a:t>Our Solution Approach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0748755-DDBC-46D0-91EC-1212A8EE2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2322822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F942A-5A72-4F13-9231-C73992389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1458" y="2175387"/>
            <a:ext cx="3769443" cy="411111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/>
              <a:t>Raw Housing Data</a:t>
            </a:r>
          </a:p>
          <a:p>
            <a:pPr>
              <a:lnSpc>
                <a:spcPct val="120000"/>
              </a:lnSpc>
            </a:pPr>
            <a:r>
              <a:rPr lang="en-US"/>
              <a:t>        ↓</a:t>
            </a:r>
          </a:p>
          <a:p>
            <a:pPr>
              <a:lnSpc>
                <a:spcPct val="120000"/>
              </a:lnSpc>
            </a:pPr>
            <a:r>
              <a:rPr lang="en-US"/>
              <a:t>Data Cleaning</a:t>
            </a:r>
          </a:p>
          <a:p>
            <a:pPr>
              <a:lnSpc>
                <a:spcPct val="120000"/>
              </a:lnSpc>
            </a:pPr>
            <a:r>
              <a:rPr lang="en-US"/>
              <a:t>        ↓</a:t>
            </a:r>
          </a:p>
          <a:p>
            <a:pPr>
              <a:lnSpc>
                <a:spcPct val="120000"/>
              </a:lnSpc>
            </a:pPr>
            <a:r>
              <a:rPr lang="en-US"/>
              <a:t>EDA &amp; Visualization</a:t>
            </a:r>
          </a:p>
          <a:p>
            <a:pPr>
              <a:lnSpc>
                <a:spcPct val="120000"/>
              </a:lnSpc>
            </a:pPr>
            <a:r>
              <a:rPr lang="en-US"/>
              <a:t>        ↓</a:t>
            </a:r>
          </a:p>
          <a:p>
            <a:pPr>
              <a:lnSpc>
                <a:spcPct val="120000"/>
              </a:lnSpc>
            </a:pPr>
            <a:r>
              <a:rPr lang="en-US"/>
              <a:t>Market Insights</a:t>
            </a:r>
          </a:p>
          <a:p>
            <a:pPr>
              <a:lnSpc>
                <a:spcPct val="120000"/>
              </a:lnSpc>
            </a:pPr>
            <a:r>
              <a:rPr lang="en-US"/>
              <a:t>        ↓</a:t>
            </a:r>
          </a:p>
          <a:p>
            <a:pPr>
              <a:lnSpc>
                <a:spcPct val="120000"/>
              </a:lnSpc>
            </a:pPr>
            <a:r>
              <a:rPr lang="en-US"/>
              <a:t>Decision Support</a:t>
            </a:r>
          </a:p>
        </p:txBody>
      </p:sp>
    </p:spTree>
    <p:extLst>
      <p:ext uri="{BB962C8B-B14F-4D97-AF65-F5344CB8AC3E}">
        <p14:creationId xmlns:p14="http://schemas.microsoft.com/office/powerpoint/2010/main" val="3531785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0DC026F-444B-46C9-BCBE-329183BF5F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FD294D-3C94-3654-80CE-ACEC71E34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10270671" cy="1188720"/>
          </a:xfrm>
        </p:spPr>
        <p:txBody>
          <a:bodyPr>
            <a:normAutofit/>
          </a:bodyPr>
          <a:lstStyle/>
          <a:p>
            <a:r>
              <a:rPr lang="en-US" sz="4000"/>
              <a:t>Dataset Overview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0748755-DDBC-46D0-91EC-1212A8EE2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18525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AE819-923C-3F58-E569-869E64B55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684" y="2593181"/>
            <a:ext cx="4868347" cy="3693319"/>
          </a:xfrm>
        </p:spPr>
        <p:txBody>
          <a:bodyPr>
            <a:normAutofit/>
          </a:bodyPr>
          <a:lstStyle/>
          <a:p>
            <a:r>
              <a:rPr lang="en-US" dirty="0"/>
              <a:t> • Real-world housing market dataset</a:t>
            </a:r>
          </a:p>
          <a:p>
            <a:r>
              <a:rPr lang="en-US" dirty="0"/>
              <a:t>(Bengaluru Housing Dataset)</a:t>
            </a:r>
          </a:p>
          <a:p>
            <a:r>
              <a:rPr lang="en-US" dirty="0"/>
              <a:t>• 13K+ property listings</a:t>
            </a:r>
          </a:p>
          <a:p>
            <a:r>
              <a:rPr lang="en-US" dirty="0"/>
              <a:t>• Features: Location, Size, Area, Bathrooms, Price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50B101-2B91-650C-CFFE-532A77B36E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7428" b="-1"/>
          <a:stretch>
            <a:fillRect/>
          </a:stretch>
        </p:blipFill>
        <p:spPr>
          <a:xfrm>
            <a:off x="6705600" y="2657475"/>
            <a:ext cx="5486401" cy="4200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174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DD4FB-72CA-06BB-69F3-19EFFB900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Preparation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656D1EE-BB48-E690-066B-50D843622B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068157"/>
              </p:ext>
            </p:extLst>
          </p:nvPr>
        </p:nvGraphicFramePr>
        <p:xfrm>
          <a:off x="1088136" y="2447778"/>
          <a:ext cx="9922764" cy="25136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1ADE08A-B5F0-5B0A-28D6-A1F146B60152}"/>
              </a:ext>
            </a:extLst>
          </p:cNvPr>
          <p:cNvSpPr txBox="1"/>
          <p:nvPr/>
        </p:nvSpPr>
        <p:spPr>
          <a:xfrm>
            <a:off x="1998133" y="4673600"/>
            <a:ext cx="59097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preparing the data, we analyzed market patterns using visualization.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239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A3B168A7-66FE-4359-9866-CBB841A7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6A01A1-DE31-A52B-D487-DC6106D83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04" y="1091868"/>
            <a:ext cx="4147804" cy="20421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 cap="none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Most Houses Fall in the Mid-Price Range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0748755-DDBC-46D0-91EC-1212A8EE2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12800" y="1186344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4FA0C8E-5E0E-99EA-02B5-2A1858B7DD13}"/>
              </a:ext>
            </a:extLst>
          </p:cNvPr>
          <p:cNvSpPr txBox="1"/>
          <p:nvPr/>
        </p:nvSpPr>
        <p:spPr>
          <a:xfrm>
            <a:off x="791395" y="3134028"/>
            <a:ext cx="4147804" cy="29660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120000"/>
              </a:lnSpc>
              <a:spcAft>
                <a:spcPts val="600"/>
              </a:spcAft>
              <a:buFont typeface="Neue Haas Grotesk Text Pro" panose="020B0504020202020204" pitchFamily="34" charset="0"/>
              <a:buChar char="-"/>
            </a:pPr>
            <a:r>
              <a:rPr lang="en-US" sz="1500"/>
              <a:t>Key Observations: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  <a:buFont typeface="Neue Haas Grotesk Text Pro" panose="020B0504020202020204" pitchFamily="34" charset="0"/>
              <a:buChar char="-"/>
            </a:pPr>
            <a:endParaRPr lang="en-US" sz="1500"/>
          </a:p>
          <a:p>
            <a:pPr indent="-228600">
              <a:lnSpc>
                <a:spcPct val="120000"/>
              </a:lnSpc>
              <a:spcAft>
                <a:spcPts val="600"/>
              </a:spcAft>
              <a:buFont typeface="Neue Haas Grotesk Text Pro" panose="020B0504020202020204" pitchFamily="34" charset="0"/>
              <a:buChar char="-"/>
            </a:pPr>
            <a:r>
              <a:rPr lang="en-US" sz="1500"/>
              <a:t>• Most properties lie between 40–150 Lakhs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  <a:buFont typeface="Neue Haas Grotesk Text Pro" panose="020B0504020202020204" pitchFamily="34" charset="0"/>
              <a:buChar char="-"/>
            </a:pPr>
            <a:r>
              <a:rPr lang="en-US" sz="1500"/>
              <a:t>• Very high-price houses are limited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  <a:buFont typeface="Neue Haas Grotesk Text Pro" panose="020B0504020202020204" pitchFamily="34" charset="0"/>
              <a:buChar char="-"/>
            </a:pPr>
            <a:r>
              <a:rPr lang="en-US" sz="1500"/>
              <a:t>• Distribution is right-skewed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  <a:buFont typeface="Neue Haas Grotesk Text Pro" panose="020B0504020202020204" pitchFamily="34" charset="0"/>
              <a:buChar char="-"/>
            </a:pPr>
            <a:r>
              <a:rPr lang="en-US" sz="1500"/>
              <a:t>• Indicates demand for mid-range housing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  <a:buFont typeface="Neue Haas Grotesk Text Pro" panose="020B0504020202020204" pitchFamily="34" charset="0"/>
              <a:buChar char="-"/>
            </a:pPr>
            <a:endParaRPr lang="en-US" sz="1500" dirty="0"/>
          </a:p>
        </p:txBody>
      </p:sp>
      <p:pic>
        <p:nvPicPr>
          <p:cNvPr id="10" name="Content Placeholder 9" descr="A graph of a house price&#10;&#10;Description automatically generated">
            <a:extLst>
              <a:ext uri="{FF2B5EF4-FFF2-40B4-BE49-F238E27FC236}">
                <a16:creationId xmlns:a16="http://schemas.microsoft.com/office/drawing/2014/main" id="{7D84547D-F356-2F9E-05E5-D7C0A27E53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1143000"/>
            <a:ext cx="5492377" cy="3309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02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A3B168A7-66FE-4359-9866-CBB841A7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68700F-63AD-6703-67A9-58A822EAE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04" y="1091868"/>
            <a:ext cx="4147804" cy="20421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700" b="1" kern="1200" cap="none" baseline="0">
                <a:latin typeface="+mj-lt"/>
                <a:ea typeface="+mj-ea"/>
                <a:cs typeface="+mj-cs"/>
              </a:rPr>
              <a:t>2BHK &amp; 3BHK Homes Dominate Market Demand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0748755-DDBC-46D0-91EC-1212A8EE2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12800" y="1186344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71ED1CFD-B27D-910A-A998-F0C685FEE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232" y="3204755"/>
            <a:ext cx="4147804" cy="2966043"/>
          </a:xfrm>
        </p:spPr>
        <p:txBody>
          <a:bodyPr vert="horz" lIns="91440" tIns="45720" rIns="91440" bIns="45720" rtlCol="0">
            <a:normAutofit/>
          </a:bodyPr>
          <a:lstStyle/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en-US"/>
              <a:t>I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nsights :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Most listings are 2–3 BHK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Higher BHK → higher price variation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BF7CD0D-E70C-2DD0-D5B3-9A9D879C3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817" y="1143000"/>
            <a:ext cx="6049561" cy="398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4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3B168A7-66FE-4359-9866-CBB841A7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68700F-63AD-6703-67A9-58A822EAE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04" y="1091868"/>
            <a:ext cx="3785596" cy="20421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Property Size is a Major Price Driver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0748755-DDBC-46D0-91EC-1212A8EE2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186344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9B3B1A-FA77-1E8B-7137-41B0D35BA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3204755"/>
            <a:ext cx="3675826" cy="2957506"/>
          </a:xfrm>
        </p:spPr>
        <p:txBody>
          <a:bodyPr vert="horz" lIns="91440" tIns="45720" rIns="91440" bIns="45720" rtlCol="0">
            <a:normAutofit/>
          </a:bodyPr>
          <a:lstStyle/>
          <a:p>
            <a:pPr marL="0" marR="0" lvl="0" fontAlgn="base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/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nsights :</a:t>
            </a:r>
          </a:p>
          <a:p>
            <a:pPr marL="0" marR="0" lvl="0" fontAlgn="base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Larger area → higher price</a:t>
            </a:r>
          </a:p>
          <a:p>
            <a:pPr marL="0" marR="0" lvl="0" fontAlgn="base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Positive relationship visible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8" name="Picture 7" descr="A graph showing a number of red dots&#10;&#10;Description automatically generated">
            <a:extLst>
              <a:ext uri="{FF2B5EF4-FFF2-40B4-BE49-F238E27FC236}">
                <a16:creationId xmlns:a16="http://schemas.microsoft.com/office/drawing/2014/main" id="{D828C7B7-EF1D-9DDB-E11D-42859330A8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7" r="35688" b="2"/>
          <a:stretch>
            <a:fillRect/>
          </a:stretch>
        </p:blipFill>
        <p:spPr>
          <a:xfrm>
            <a:off x="5418668" y="695739"/>
            <a:ext cx="6501330" cy="5766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006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A3B168A7-66FE-4359-9866-CBB841A7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68700F-63AD-6703-67A9-58A822EAE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04" y="1091868"/>
            <a:ext cx="4147804" cy="20421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000" b="1" kern="1200" cap="none" baseline="0" dirty="0">
                <a:latin typeface="+mj-lt"/>
                <a:ea typeface="+mj-ea"/>
                <a:cs typeface="+mj-cs"/>
              </a:rPr>
              <a:t>High-Demand Residential Locations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0748755-DDBC-46D0-91EC-1212A8EE2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12800" y="1186344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9B3B1A-FA77-1E8B-7137-41B0D35BA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232" y="3204755"/>
            <a:ext cx="4147804" cy="2966043"/>
          </a:xfrm>
        </p:spPr>
        <p:txBody>
          <a:bodyPr vert="horz" lIns="91440" tIns="45720" rIns="91440" bIns="45720" rtlCol="0">
            <a:normAutofit/>
          </a:bodyPr>
          <a:lstStyle/>
          <a:p>
            <a:pPr marL="0" marR="0" lvl="0" fontAlgn="base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/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nsights 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Whitefield &amp; Sarjapur Road dominate listings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Indicates residential hotspots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301389-9653-BBDF-F06F-B5862AEB2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818" y="1143000"/>
            <a:ext cx="6049560" cy="4614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387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A3B168A7-66FE-4359-9866-CBB841A7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68700F-63AD-6703-67A9-58A822EAE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04" y="1091868"/>
            <a:ext cx="4147804" cy="20421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000"/>
              <a:t>Location is the Strongest Price Factor</a:t>
            </a:r>
            <a:endParaRPr lang="en-US" sz="4000" b="1" kern="1200" cap="none" baseline="0" dirty="0">
              <a:latin typeface="+mj-lt"/>
              <a:ea typeface="+mj-ea"/>
              <a:cs typeface="+mj-cs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0748755-DDBC-46D0-91EC-1212A8EE2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12800" y="1186344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9B3B1A-FA77-1E8B-7137-41B0D35BA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232" y="3204755"/>
            <a:ext cx="4147804" cy="2966043"/>
          </a:xfrm>
        </p:spPr>
        <p:txBody>
          <a:bodyPr vert="horz" lIns="91440" tIns="45720" rIns="91440" bIns="45720" rtlCol="0">
            <a:normAutofit/>
          </a:bodyPr>
          <a:lstStyle/>
          <a:p>
            <a:pPr marL="0" marR="0" lvl="0" fontAlgn="base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/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nsights :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• Premium areas have higher average prices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• Geography impacts valuation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488CFF-A7C2-5BEA-E382-2E4708DB7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818" y="1143000"/>
            <a:ext cx="6049560" cy="424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44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A3B168A7-66FE-4359-9866-CBB841A7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68700F-63AD-6703-67A9-58A822EAE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04" y="1091868"/>
            <a:ext cx="4147804" cy="2042160"/>
          </a:xfrm>
        </p:spPr>
        <p:txBody>
          <a:bodyPr vert="horz" lIns="91440" tIns="45720" rIns="91440" bIns="45720" rtlCol="0">
            <a:normAutofit fontScale="90000"/>
          </a:bodyPr>
          <a:lstStyle/>
          <a:p>
            <a:r>
              <a:rPr lang="en-US" sz="4000" dirty="0"/>
              <a:t>Features Driving Affecting House Prices</a:t>
            </a:r>
            <a:endParaRPr lang="en-US" sz="4000" b="1" kern="1200" cap="none" baseline="0" dirty="0">
              <a:latin typeface="+mj-lt"/>
              <a:ea typeface="+mj-ea"/>
              <a:cs typeface="+mj-cs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0748755-DDBC-46D0-91EC-1212A8EE2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12800" y="1186344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9B3B1A-FA77-1E8B-7137-41B0D35BA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232" y="3204755"/>
            <a:ext cx="4147804" cy="2966043"/>
          </a:xfr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marL="0" marR="0" lvl="0" fontAlgn="base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/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nsights :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• Price correlates with: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  - Total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Sqft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  - Bathrooms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  - BHK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en-US" dirty="0"/>
              <a:t>As living space and available facilities increases property also increases because buyer always search for more functional homes with high comfort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</p:txBody>
      </p:sp>
      <p:pic>
        <p:nvPicPr>
          <p:cNvPr id="5" name="Picture 4" descr="A screenshot of a graph&#10;&#10;Description automatically generated">
            <a:extLst>
              <a:ext uri="{FF2B5EF4-FFF2-40B4-BE49-F238E27FC236}">
                <a16:creationId xmlns:a16="http://schemas.microsoft.com/office/drawing/2014/main" id="{EB1218E2-E78F-F9E6-114E-51D87AB58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143000"/>
            <a:ext cx="5492377" cy="4490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866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8936D08E-1EEE-40A7-9B9D-E4199C637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68700F-63AD-6703-67A9-58A822EAE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132165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000"/>
              <a:t>Key Insights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478AAA5-4D2F-46A1-80DC-AF8E673E8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7620" y="118520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9B3B1A-FA77-1E8B-7137-41B0D35BA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500" y="2948283"/>
            <a:ext cx="5486400" cy="33231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dirty="0"/>
              <a:t>📍 Location strongly affects price</a:t>
            </a:r>
            <a:endParaRPr lang="en-US"/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dirty="0"/>
              <a:t>📏 Larger homes cost more</a:t>
            </a:r>
            <a:endParaRPr lang="en-US"/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dirty="0"/>
              <a:t>🏠 2BHK &amp; 3BHK dominate listings</a:t>
            </a:r>
            <a:endParaRPr lang="en-US"/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dirty="0"/>
              <a:t>🛁 Bathrooms influence valuation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725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3227BDC9-FB18-487D-844E-9A6B39F8C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68700F-63AD-6703-67A9-58A822EAE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2235210"/>
            <a:ext cx="3807714" cy="335278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/>
              <a:t>Real-World Impact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25BE18DF-459C-485A-834C-292AA6BB10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7495" y="2337622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9" name="Content Placeholder 5">
            <a:extLst>
              <a:ext uri="{FF2B5EF4-FFF2-40B4-BE49-F238E27FC236}">
                <a16:creationId xmlns:a16="http://schemas.microsoft.com/office/drawing/2014/main" id="{3EB4418C-43B7-B6D7-E7EB-83FA3067C5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3404007"/>
              </p:ext>
            </p:extLst>
          </p:nvPr>
        </p:nvGraphicFramePr>
        <p:xfrm>
          <a:off x="5524500" y="571500"/>
          <a:ext cx="6096000" cy="5714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22464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3227BDC9-FB18-487D-844E-9A6B39F8C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68700F-63AD-6703-67A9-58A822EAE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61227"/>
            <a:ext cx="3807714" cy="335278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/>
              <a:t>Conclusion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25BE18DF-459C-485A-834C-292AA6BB10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7495" y="2337622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70A65D8-6096-185E-9FCD-85C91552BF12}"/>
              </a:ext>
            </a:extLst>
          </p:cNvPr>
          <p:cNvSpPr txBox="1"/>
          <p:nvPr/>
        </p:nvSpPr>
        <p:spPr>
          <a:xfrm>
            <a:off x="1646936" y="1832219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• Exploratory Data Analysis helped understand the</a:t>
            </a:r>
          </a:p>
          <a:p>
            <a:r>
              <a:rPr lang="en-US"/>
              <a:t>  Bengaluru housing market using real-world data.</a:t>
            </a:r>
          </a:p>
          <a:p>
            <a:endParaRPr lang="en-US"/>
          </a:p>
          <a:p>
            <a:r>
              <a:rPr lang="en-US"/>
              <a:t>• The analysis shows that location, property size,</a:t>
            </a:r>
          </a:p>
          <a:p>
            <a:r>
              <a:rPr lang="en-US"/>
              <a:t>  and BHK configuration are the main factors</a:t>
            </a:r>
          </a:p>
          <a:p>
            <a:r>
              <a:rPr lang="en-US"/>
              <a:t>  influencing house prices.</a:t>
            </a:r>
          </a:p>
          <a:p>
            <a:endParaRPr lang="en-US"/>
          </a:p>
          <a:p>
            <a:r>
              <a:rPr lang="en-US"/>
              <a:t>• Most properties belong to the mid-price segment,</a:t>
            </a:r>
          </a:p>
          <a:p>
            <a:r>
              <a:rPr lang="en-US"/>
              <a:t>  indicating strong demand for affordable housing.</a:t>
            </a:r>
          </a:p>
          <a:p>
            <a:endParaRPr lang="en-US"/>
          </a:p>
          <a:p>
            <a:r>
              <a:rPr lang="en-US"/>
              <a:t>• Data-driven analysis can support smarter buying,</a:t>
            </a:r>
          </a:p>
          <a:p>
            <a:r>
              <a:rPr lang="en-US"/>
              <a:t>  investment, and real estate decision-making.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3F1DC7-89F1-176F-932A-48850FECF221}"/>
              </a:ext>
            </a:extLst>
          </p:cNvPr>
          <p:cNvSpPr txBox="1"/>
          <p:nvPr/>
        </p:nvSpPr>
        <p:spPr>
          <a:xfrm>
            <a:off x="394602" y="573727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→ Data transforms real estate decisions into informed decisions.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3380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04FB942-04AE-4FBD-A7F6-EB481B24B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0286B0-54D0-F66D-87F2-A30F49E1A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208" y="2223951"/>
            <a:ext cx="5506442" cy="3491049"/>
          </a:xfrm>
        </p:spPr>
        <p:txBody>
          <a:bodyPr>
            <a:normAutofit/>
          </a:bodyPr>
          <a:lstStyle/>
          <a:p>
            <a:r>
              <a:rPr lang="en-US" sz="6000"/>
              <a:t>Thank you </a:t>
            </a:r>
            <a:br>
              <a:rPr lang="en-US" sz="6000"/>
            </a:br>
            <a:endParaRPr lang="en-US" sz="60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0748755-DDBC-46D0-91EC-1212A8EE2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2322822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2264505"/>
      </p:ext>
    </p:extLst>
  </p:cSld>
  <p:clrMapOvr>
    <a:masterClrMapping/>
  </p:clrMapOvr>
</p:sld>
</file>

<file path=ppt/theme/theme1.xml><?xml version="1.0" encoding="utf-8"?>
<a:theme xmlns:a="http://schemas.openxmlformats.org/drawingml/2006/main" name="BjornVTI">
  <a:themeElements>
    <a:clrScheme name="Bjorn">
      <a:dk1>
        <a:sysClr val="windowText" lastClr="000000"/>
      </a:dk1>
      <a:lt1>
        <a:sysClr val="window" lastClr="FFFFFF"/>
      </a:lt1>
      <a:dk2>
        <a:srgbClr val="252747"/>
      </a:dk2>
      <a:lt2>
        <a:srgbClr val="ECE4E9"/>
      </a:lt2>
      <a:accent1>
        <a:srgbClr val="736EB6"/>
      </a:accent1>
      <a:accent2>
        <a:srgbClr val="AB5991"/>
      </a:accent2>
      <a:accent3>
        <a:srgbClr val="AC9F39"/>
      </a:accent3>
      <a:accent4>
        <a:srgbClr val="756029"/>
      </a:accent4>
      <a:accent5>
        <a:srgbClr val="E87850"/>
      </a:accent5>
      <a:accent6>
        <a:srgbClr val="C6922A"/>
      </a:accent6>
      <a:hlink>
        <a:srgbClr val="736EB6"/>
      </a:hlink>
      <a:folHlink>
        <a:srgbClr val="AB5991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VTI" id="{D01443FD-65CF-4AEF-9B9D-4466C96F9785}" vid="{36EF4262-385E-40E6-B073-FB18FD98BF4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405</Words>
  <Application>Microsoft Office PowerPoint</Application>
  <PresentationFormat>Widescreen</PresentationFormat>
  <Paragraphs>86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Neue Haas Grotesk Text Pro</vt:lpstr>
      <vt:lpstr>BjornVTI</vt:lpstr>
      <vt:lpstr>Smart Insights into the Bengaluru Housing Market</vt:lpstr>
      <vt:lpstr>Problem Statement</vt:lpstr>
      <vt:lpstr>Our Solution Approach</vt:lpstr>
      <vt:lpstr>Dataset Overview</vt:lpstr>
      <vt:lpstr>Data Preparation</vt:lpstr>
      <vt:lpstr>Most Houses Fall in the Mid-Price Range</vt:lpstr>
      <vt:lpstr>2BHK &amp; 3BHK Homes Dominate Market Demand</vt:lpstr>
      <vt:lpstr>Property Size is a Major Price Driver</vt:lpstr>
      <vt:lpstr>High-Demand Residential Locations</vt:lpstr>
      <vt:lpstr>Location is the Strongest Price Factor</vt:lpstr>
      <vt:lpstr>Features Driving Affecting House Prices</vt:lpstr>
      <vt:lpstr>Key Insights</vt:lpstr>
      <vt:lpstr>Real-World Impact</vt:lpstr>
      <vt:lpstr>Conclusion</vt:lpstr>
      <vt:lpstr>Thank you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Insights into Bengaluru Housing Market  </dc:title>
  <dc:creator>Puttoor Yuvaratna Reddy</dc:creator>
  <cp:lastModifiedBy>Puttoor Yuvaratna Reddy</cp:lastModifiedBy>
  <cp:revision>1</cp:revision>
  <dcterms:created xsi:type="dcterms:W3CDTF">2026-02-19T00:12:54Z</dcterms:created>
  <dcterms:modified xsi:type="dcterms:W3CDTF">2026-02-19T14:49:18Z</dcterms:modified>
</cp:coreProperties>
</file>